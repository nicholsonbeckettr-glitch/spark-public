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矛盾在于：上游碳酸锂价格走弱与中游铁锂企业集体酝酿涨价形成对峙，下游电池厂与整车厂尚未松口，价格博弈进入关键期。同时，高压实、再生材料等差异化技术路线加速量产，头部企业通过海外智能化产线布局抢占先机。政策端，电池消费税调整与回收体系完善信号明确，行业面临成本与合规双重压力。需重点关注涨价联盟能否落地及碳酸锂价格走势对成本支撑的影响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今日磷酸铁锂行业核心矛盾在于：上游碳酸锂价格走弱与中游铁锂企业集体酝酿涨价形成对峙，下游电池厂与整车厂尚未松口，价格博弈进入关键期。同时，高压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今日磷酸铁锂行业核心矛盾在于：上游碳酸锂价格走弱与中游铁锂企业集体酝酿涨价形成对峙，下游电池厂与整车厂尚未松口，价格博弈进入关键期。同时，高压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磷酸铁锂企业闭门会议商议集体涨价，但下游动力电池厂商暂未接受，整车利润率承压，价格博弈白热化。上游碳酸锂价格走弱，削弱成本支撑，涨价逻辑面临挑战。技术层面，高压实、再生材料量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[1][2][3][4]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高压实磷酸铁锂正极材料量产技术取得突破，再生材料0.1C放电容量达156mAh/g，循环性能优异。同时，比克电池推出符合新国标针刺要求的全极耳电芯，强化安全性能。固态电池赛道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[5][6][7]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蜂巢能源磷酸铁锂方壳电池助力长城H10车型12小时订单破2.2万台，显示下游需求强劲。亿富智能解锁韩国LFP量产智能化路径，中国企业加速海外产能布局。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[8][4]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磷酸铁锂企业闭门会议商议集体涨价，但下游电池厂暂未接受，整车利润率承压。碳酸锂价格走弱，削弱成本支撑，涨价逻辑面临挑战。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今日磷酸铁锂行业核心矛盾在于：上游碳酸锂价格走弱与中游铁锂企业集体酝酿涨价形成对峙，下游电池厂与整车厂尚未松口，价格博弈进入关键期。同时，高压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企业闭门会议商议集体涨价，但下游动力电池厂商暂未接受，整车利润率承压，价格博弈白热化。上游碳酸锂价格走弱，削弱成本支撑，涨价逻辑面临挑战。技术层面，高压实、再生材料量产加速，头部企业通过海外智能化产线抢占韩国等市场。政策端，电池消费税调整与回收体系完善信号明确，行业面临成本与合规双重压力。 [1][2][3][4]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21日，磷酸铁锂企业召开闭门会议，主要议题为集体涨价，但动力电池厂商暂未松口，整车利润率面临进一步压力。同日，花旗与新浪财经均指出碳酸锂呈现“强现实vs弱预期”格局，价格走弱。这两条信息形成直接矛盾：上游成本下降削弱了中游涨价的合理性，涨价联盟能否成功取决于下游接受度与成本支撑的博弈。此外，亿富智能解锁韩国LFP量产智能化路径，表明头部企业正通过技术输出抢占海外市场，这可能加剧国内竞争。需要继续调研涨价联盟的具体执行方案、下游电池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酸锂价格持续走弱，磷酸铁锂企业涨价联盟将难以维持，行业可能重回价格战，压缩中小企业利润空间。若下游电池厂库存较高，则涨价谈判可能拖延至三季度末。跟踪指标：碳酸锂现货价格、磷酸铁锂企业月度出货均价、电池厂采购订单量。证据边界：涨价会议决议是否公开、下游龙头是否接受涨价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磷酸铁锂企业闭门会议商议集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上游碳酸锂价格走弱，削弱成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技术层面，高压实、再生材料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磷酸铁锂企业闭门会议商议集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若碳酸锂价格持续走弱，磷酸铁锂企业涨价联盟将难以维持，行业可能重回价格战，压缩中小企业利润空间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高压实磷酸铁锂正极材料量产技术取得突破，再生材料0.1C放电容量达156mAh/g，循环性能优异。同时，比克电池推出符合新国标针刺要求的全极耳电芯，强化安全性能。固态电池赛道受双政策催化，景气度升温。 [5][6][7]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依据：[5][6][7]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7月21日，公众号报道铁锂黑粉再生高压实磷酸铁锂正极材料技术，量产产品性能优异，且原料来源稳定（30万吨）。同日，比克电池推出PRO 21700-45M全极耳电芯，符合新国标针刺要求，强化两轮车、充电宝安全。此外，7月22日东方财富网报道双政策催化固态电池赛道，20股业绩倍增可期。这三条信息共同指向技术路线多元化：高压实与再生材料解决成本与性能矛盾，全极耳与固态电池则分别提升安全性与能量密度。需要调研再生材料的成本竞争力、全极耳电芯的客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再生材料成本低于原生料，则可能加速替代，改变正极材料供应格局。若全极耳电芯通过头部两轮车厂认证，则安全标准升级将推动产品换代。跟踪指标：再生材料与原生料价差、全极耳电芯客户公告、固态电池中试线投产进度。证据边界：再生材料量产规模、全极耳针刺测试第三方报告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高压实磷酸铁锂正极材料量产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同时，比克电池推出符合新国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固态电池赛道受双政策催化，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高压实磷酸铁锂正极材料量产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若高压实再生材料成本低于原生料，则可能加速替代，改变正极材料供应格局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蜂巢能源磷酸铁锂方壳电池助力长城H10车型12小时订单破2.2万台，显示下游需求强劲。亿富智能解锁韩国LFP量产智能化路径，中国企业加速海外产能布局。 [8][4]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依据：[8][4]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21日，电池中国网报道蜂巢能源磷酸铁锂方壳电池配套长城H10，12小时订单2.2万台，验证了磷酸铁锂在方盒子车型中的竞争力。同日，上海有色金属网报道亿富智能为韩国提供LFP量产智能化方案，表明中国设备商正通过技术输出抢占海外市场。这两条信息显示下游需求旺盛且海外布局加速，但需注意韩国本土LFP产能若快速释放，可能对中国出口形成替代。需要调研蜂巢能源的产能利用率、亿富智能在韩国的订单金额以及韩国本土LFP项目进展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H10车型持续热销，蜂巢能源可能追加产能投资，带动上游正极材料需求。若韩国LFP产线顺利投产，中国设备商将获得持续订单，但可能加速韩国本土化替代。跟踪指标：H10月度交付量、蜂巢能源产能扩建公告、亿富智能韩国项目验收进度。证据边界：H10订单转化率、韩国LFP项目二期规划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蜂巢能源磷酸铁锂方壳电池助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亿富智能解锁韩国LFP量产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[8][4] 7月21日，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蜂巢能源磷酸铁锂方壳电池助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若H10车型持续热销，蜂巢能源可能追加产能投资，带动上游正极材料需求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磷酸铁锂企业闭门会议商议集体涨价，但下游电池厂暂未接受，整车利润率承压。碳酸锂价格走弱，削弱成本支撑，涨价逻辑面临挑战。 [1][2][3]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21日，mrjjxw.com报道磷酸铁锂企业闭门会议以“涨价”为主要议题，但动力电池厂商暂未松口，整车利润率再次承压。同日，花旗与新浪财经均指出碳酸锂呈现“强现实vs弱预期”格局，价格走弱。这两条信息形成直接矛盾：上游成本下降削弱了中游涨价的合理性，涨价联盟能否成功取决于下游接受度与成本支撑的博弈。需要调研涨价联盟的具体执行方案、下游电池厂的库存水平以及碳酸锂价格的实际走势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酸锂价格持续走弱，磷酸铁锂企业涨价联盟将难以维持，行业可能重回价格战，压缩中小企业利润空间。若下游电池厂库存较高，则涨价谈判可能拖延至三季度末。跟踪指标：碳酸锂现货价格、磷酸铁锂企业月度出货均价、电池厂采购订单量。证据边界：涨价会议决议是否公开、下游龙头是否接受涨价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磷酸铁锂企业闭门会议商议集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碳酸锂价格走弱，削弱成本支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[1][2][3] 7月2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磷酸铁锂企业闭门会议商议集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若碳酸锂价格持续走弱，磷酸铁锂企业涨价联盟将难以维持，行业可能重回价格战，压缩中小企业利润空间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电池消费税调整信号明确，新能源重卡面临“一边鼓励、一边加税”的困境。同时，电池回收政策加速完善，匈牙利利用欧盟规则漏洞吸引中国电池巨头投资。 [9][10][11][12]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依据：[9][10][11][12]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21日，中国经济网报道电池消费税调整，拉开汽车行业“油电”同权大幕。同日，汽车之家文章指出新能源重卡面临鼓励与加税并存的矛盾。此外，新浪财经报道匈牙利利用欧盟规则漏洞吸引中国电池巨头投资，而好评中国文章强调电池回收政策完善。这些信息显示政策环境趋于复杂：一方面通过税收调整平衡油电成本，另一方面通过回收政策构建闭环。需要调研消费税调整的具体税率、新能源重卡补贴退坡幅度以及匈牙利投资的实际落地情况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池消费税正式实施，磷酸铁锂电池成本将上升，可能削弱其相对于燃油车的经济性优势。若匈牙利投资落地，中国电池企业可规避欧盟贸易壁垒，但需承担合规成本。跟踪指标：消费税调整细则、新能源重卡月度销量、匈牙利电池工厂建设进度。证据边界：消费税调整是否豁免动力电池、匈牙利投资是否获得欧盟补贴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电池消费税调整信号明确，新能源重卡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同时，电池回收政策加速完善，匈牙利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[9][10][11][12] 7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若电池消费税正式实施，磷酸铁锂电池成本将上升，可能削弱其相对于燃油车的经济性优势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全球第四大动力电池公司陷入质量风波，电池安全再引关注。比克电池推出符合新国标针刺要求的全极耳电芯，强化安全性能。蜂巢能源磷酸铁锂方壳电池助力长城H10订单火爆。 [13][6][8]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依据：[13][6][8]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21日，新浪网报道全球第四大动力电池公司陷入质量风波，电池安全再引关注。同日，比克电池推出符合新国标针刺要求的全极耳电芯，强化两轮车、充电宝安全。此外，蜂巢能源磷酸铁锂方壳电池助力长城H10订单火爆。这三条信息显示竞品动态分化：头部企业遭遇质量危机，而技术领先者通过安全创新抢占市场。需要调研质量风波的具体原因、比克电池的客户导入进度以及蜂巢能源的产能扩张计划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全球第四大电池公司质量风波扩大，其客户可能转向其他供应商，利好蜂巢能源等安全记录良好的企业。若比克电池全极耳电芯通过头部两轮车厂认证，则可能抢占市场份额。跟踪指标：质量风波后续调查结果、比克电池客户公告、蜂巢能源产能利用率。证据边界：质量风波是否涉及召回、全极耳电芯针刺测试第三方报告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全球第四大动力电池公司陷入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比克电池推出符合新国标针刺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蜂巢能源磷酸铁锂方壳电池助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全球第四大动力电池公司陷入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若全球第四大电池公司质量风波扩大，其客户可能转向其他供应商，利好蜂巢能源等安全记录良好的企业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涨价联盟失败可能导致价格战加剧，碳酸锂价格走弱削弱成本支撑。机会：高压实再生材料、全极耳电芯等差异化技术路线有望获得溢价。观察：电池消费税调整细则、匈牙利投资落地情况、全球第四大电池公司质量风波进展。 [1][2][5][6][9][11][13]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依据：[1][2][5][6][9][11][13]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今日信息，行业面临多重风险与机会。风险方面，涨价联盟与碳酸锂价格走弱的矛盾可能导致价格战，压缩利润。机会方面，高压实再生材料、全极耳电芯等差异化技术路线有望获得溢价，海外智能化产线输出也带来新增长点。需要观察电池消费税调整细则、匈牙利投资落地情况以及全球第四大电池公司质量风波进展，这些事件将影响行业格局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涨价联盟失败且碳酸锂价格持续走弱，行业可能进入新一轮洗牌，具备成本优势和技术壁垒的企业将胜出。若电池消费税调整落地，磷酸铁锂在商用车领域的经济性优势可能减弱，但储能领域需求仍将增长。跟踪指标：碳酸锂价格、磷酸铁锂企业毛利率、电池消费税调整细则、匈牙利电池工厂建设进度。证据边界：涨价联盟是否公开破裂、消费税调整是否豁免储能电池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风险：涨价联盟失败可能导致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机会：高压实再生材料、全极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观察：电池消费税调整细则、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风险：涨价联盟失败可能导致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若涨价联盟失败且碳酸锂价格持续走弱，行业可能进入新一轮洗牌，具备成本优势和技术壁垒的企业将胜出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“涨价”成闭门会议主要议题：磷酸铁锂企业“商议”集体行动，动力电池厂商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https://news.google.com/rss/articles/CBMiZkFVX3lxTE0yOHFnc2tJOXFvSThrWEVYTzJublZQcHU5d0ZWZTVKWWlsaEFsUE1KX24tMEtYT2kxaTRhbGhGQlFEbVU0eDltdk4tUV9QVEd0YTVaNEl4SFpCYWN0U3Y4SVo1cS0yUQ?oc=5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花旗：碳酸锂的“强现实vs弱预期”怎么看？ - 手机网易网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https://news.google.com/rss/articles/CBMiYkFVX3lxTFB4RFlrS1hhdEljYTR5N3hzeWthVGFqZnViS2w0b3BTRmZha285bjU0cDVpZGE1ZTFGcS1EQXR4WDdrcmxNSmtpNjJwY3dzdUczTUZwdjZXUFlZbGFkcVV4MlRB?oc=5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碳酸锂：矫枉过正 - 新浪财经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4wFBVV95cUxNV1RVRnhOTHRsMjhQUnNRa0hmeUNrUGJJZklzRUY3R0JfMzdBOTlEcGpvYXdhRWMxN3dranBWaDJsa1BtTmY2Z25jY1VDVXoxM29fLVJ0TlBWRTl2Rk1meVpWbEFheVh3WG9JM1Z5ZDQ2dUtIWWszMFdaUFV2cWpPVGlYSmNidGtyRmZMd0hiMHRUczRqdU9OSm85WTU1TnNwTjk3OTNDWUFMaEZYUG1fTFNuZzNGLUt4SjV1Ukxwd0kyeC1fdVNpelZGcW9tSUFjaWt5a2ItZldNYWk0RmF6MUl2SQ?oc=5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亿富智能：解锁韩国LFP量产智能化新路径 - 上海有色金属网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https://news.google.com/rss/articles/CBMiSkFVX3lxTE5YcEc5Y3NpWTF4ZW16RUU0T1ZBRy1oX3UyQVlEamlCSWFtNzYzUWFQbHFRQUwwOE9Hc3VXdGpLaTJFVUx0RWpoQXln?oc=5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铁锂黑粉再生高压实磷酸铁锂正极材料技术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8FBffzh1LaSQmR5r22_cbYcE7xIHoWM_VqXa8Fplpd9zPc4Y1k4sKXB4IZTVtCgYejleni51ghdw2toFn7Ex5C-zy3ydmz7K5yjz7Q5XdLrJ2Ltmmo6NXrg674-bzpQEnewghyatHVRN8JxlQOqYviN2LGPvz3mHYl1RfhGijBpJX0vDD6vZvVLCs2TdDf0aTaJXPz43VCLzzvDG-B8Au600NVofL2iDw..&amp;type=2&amp;query=%E9%93%81%E9%94%82 %E9%AB%98%E5%8E%8B%E5%AE%9E %E6%AD%A3%E6%9E%81%E6%9D%90%E6%96%99 %E9%87%8F%E4%BA%A7&amp;token=8B7A6585A7F70935222475084350E7F222940E636A60222D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符合新国标针刺要求，比克电池推出PRO 21700-45M全极耳电芯，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https://news.google.com/rss/articles/CBMiXkFVX3lxTFBfalZ6OWFVa2pJcnpUQVFCSnBOajdLb1BkZ0l1VFpOWjBzUnBhYUs3WW1rTHJaWU91b1VkcWVMdi0yRGR2SUlNRlM2UzJmZzZxZk91V2JxWGlrRU5JNUE?oc=5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双政策催化叠加！固态电池赛道景气升温 20股今年业绩倍增可期(名单)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https://wap.eastmoney.com/a/202607223816304126.html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12小时2.2万台！蜂巢能源磷酸铁锂方壳电池助长城H10成“方盒子”新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https://news.google.com/rss/articles/CBMiVkFVX3lxTE9xeFNLMzE0T3h5OEpBSHBVRUc4RTRmOXFZak9sTnNRQzI0VWJyX2hmd1N5THFoSHJFaWlhajR2aDRxUU5BOFJHOTNUTGY1M2ZvcjQ2TnpR?oc=5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电池消费税调整，拉开汽车行业“油电”同权大幕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http://cv.ce.cn/news/202607/t20260721_3099130.shtml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一边鼓励，一边加税 新能源重卡往哪里走？丨姚蔚七日谈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https://chejiahao.autohome.com.cn/info/26017431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把危机变成红利：匈牙利如何用欧盟规则漏洞抢下中国电池巨头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https://k.sina.com.cn/article_7879996919_1d5af35f70200234jg.html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好评中国·“经”彩开局｜如何在“新三样”固废里“淘金”？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https://finance.sina.cn/2026-07-22/detail-iniirshk8844159.d.html?vt=4&amp;cid=76729&amp;node_id=76729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全球第四大动力电池公司陷入质量风波，电池安全再引关注！ - 新浪网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3AFBVV95cUxOZzVzOGQteTEzUnNKQ3J6cDVDR0QzbVVkbWJuOVhBZUZpNmtNTUoyYTl0enFFSTFiUGtYTWgtbkFQck1VTTh2ejVsSTNVU1ZNVmFlWWFRYndEY1VUZnc2ZEI0dFVBaFdqZlV5MnJjYVhKRHN4dzA4X2JhNTVmeS1xV0JISWdDVjlYZXo2b01ES0x5SWhpZFRydWpxdS1tT01DdXQ1V3lsSjNsN29NcEIyZDJfWDliamZCYk9mTFVnc2ZYeWt4Vi1pRHhCcWhJTkp1bEpyb1ctMWp2Ri1k?oc=5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【正极材料周报】贵州贵阳拟新建60万吨高压实磷酸铁锂项目！安徽六安万吨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https://www.itdcw.com/news/dczk/0G315B502026.html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【正极材料周报】湖南裕能斥资240亿元扩产！正极材料公司中报预告密集出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https://www.itdcw.com/news/dczk/0H015CU2026.html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磷酸铁锂动力型电池与磷酸铁锂储能型电池的区别分析_电池网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https://www.itdcw.com/news/dianchibaike/06301359262023.html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锂电产业链周记 | 宁德时代签下欧洲钠电储能大单 湖南裕能磷酸铁锂产品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https://www.jiemian.com/article/14785863.html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三部门关于做好科技型企业孵化器相关政策衔接工作的通知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http://www.miit.gov.cn/zwgk/zcwj/wjfb/tz/art/2026/art_21446a8c153f4fae86121552fe1e9fd4.html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公开征求《车用动力电池拆解破碎安全要求》等两项强制性国家标准的意见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https://www.miit.gov.cn/gzcy/yjzj/art/2026/art_6ee188a6acf34735a568af7ebdc507b5.html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2026-07-22</dc:title>
  <dc:subject>LFP daily briefing</dc:subject>
  <dc:creator>lifepo4_brief</dc:creator>
  <cp:lastModifiedBy>lifepo4_brief</cp:lastModifiedBy>
  <cp:revision>1</cp:revision>
  <dcterms:created xsi:type="dcterms:W3CDTF">2026-07-22T01:52:43Z</dcterms:created>
  <dcterms:modified xsi:type="dcterms:W3CDTF">2026-07-22T01:52:43Z</dcterms:modified>
</cp:coreProperties>
</file>