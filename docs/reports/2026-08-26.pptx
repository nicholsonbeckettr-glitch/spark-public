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核心动态：富临精工终止17.5万吨磷酸铁锂项目合作，但项目本身已投产，显示产能扩张路径调整而非收缩；湖南裕能面临宁德时代订单流失风险，同时行业扩产压力持续；动力电池梯次利用政策被叫停后执行不一，对回收市场形成扰动；固态电池国际标准立项对现有磷酸铁锂技术路线构成远期竞争压力。行业整体处于产能过剩、价格承压、技术路线变革的多重博弈阶段。</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今日磷酸铁锂行业核心动态：富临精工终止17.5万吨磷酸铁锂项目合作，但项目本身已投产，显示产能扩张路径调整而非收缩；湖南裕能面临宁德时代订单流</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今日磷酸铁锂行业核心动态：富临精工终止17.5万吨磷酸铁锂项目合作，但项目本身已投产，显示产能扩张路径调整而非收缩；湖南裕能面临宁德时代订单流</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富临精工终止17.5万吨磷酸铁锂项目合作，但项目已投产，产能扩张实质未停；湖南裕能利润翻倍但遭宁德时代订单流失，客户集中风险显现；动力电池梯次利用被叫停后执行不一，回收市场面</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[1][2][3][4]</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固态电池全球首个国际标准由我国牵头立项，标志技术路线变革加速；富临精工高压实磷酸铁锂技术先发优势仍在，但项目合作终止后技术输出路径改变；行业技术竞争从单一能量密度转向综合成本</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[4][5]</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2194560"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富临精工终止17.5万吨项目合作但项目已投产，产能实质增加；湖南裕能利润翻倍但遭宁德时代订单流失，客户结构风险暴露；钛能化学投百亿级项目押注硫磷铁钛锂赛道，行业扩产热度不减。</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[1][2][6]</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2194560"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湖南裕能利润翻倍但资金失血、扩产压身，反映行业'增收不增利'的结构性矛盾；富临精工终止合作或为规避价格战下的盈利风险；行业整体仍处产能过剩、价格承压阶段。</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[2][1][6]</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今日磷酸铁锂行业核心动态：富临精工终止17.5万吨磷酸铁锂项目合作，但项目本身已投产，显示产能扩张路径调整而非收缩；湖南裕能面临宁德时代订单流</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富临精工终止17.5万吨磷酸铁锂项目合作，但项目已投产，产能扩张实质未停；湖南裕能利润翻倍但遭宁德时代订单流失，客户集中风险显现；动力电池梯次利用被叫停后执行不一，回收市场面临政策真空；固态电池国际标准立项，对磷酸铁锂形成远期技术替代压力。行业产能过剩与价格竞争仍是主基调。 [1][2][3][4]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富临精工终止合作但项目已投产，说明企业从合资模式转向独立运营，反映行业产能扩张从合作共建转向自主可控。湖南裕能利润翻倍但被宁德时代'抛弃'，揭示头部电池厂正在分散供应链，对单一供应商形成压制。梯次利用政策叫停后执行不一，反映政策落地与市场实践存在断层。固态电池标准立项虽属远期，但技术路线切换预期已对板块估值形成压制。</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富临精工独立运营已投产项目且宁德时代持续分散供应链，则二线磷酸铁锂厂商可能获得更多订单机会，但价格竞争将加剧；若梯次利用政策持续模糊，则回收企业可能转向直接拆解，改变电池材料循环路径；若固态电池标准加速落地，则磷酸铁锂在高端应用场景的份额可能提前承压。需跟踪富临精工新客户导入进度、湖南裕能新订单结构及回收政策细则。</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富临精工终止17.5万吨磷</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湖南裕能利润翻倍但遭宁德时</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动力电池梯次利用被叫停后执</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富临精工终止17.5万吨磷</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若富临精工独立运营已投产项目且宁德时代持续分散供应链，则二线磷酸铁锂厂商可能获得更多订单机会，但价格竞争将加剧</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固态电池全球首个国际标准由我国牵头立项，标志技术路线变革加速；富临精工高压实磷酸铁锂技术先发优势仍在，但项目合作终止后技术输出路径改变；行业技术竞争从单一能量密度转向综合成本与安全性平衡。 [4][5]</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依据：[4][5]</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固态电池国际标准立项（catarc.ac.cn）对现有液态锂电池体系形成远期替代压力，但短期内磷酸铁锂凭借成本和安全优势仍主导储能与中低端动力市场。富临精工终止合作但保留技术积淀，说明技术路线从合资共享转向自主应用。高压实磷酸铁锂仍是差异化竞争关键，但需验证其在固态电池过渡期的市场寿命。</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固态电池标准在2026-2028年快速落地并产业化，则磷酸铁锂在高端动力市场的份额可能从2028年起加速下滑，但储能领域仍将保持主导；若高压实磷酸铁锂技术持续迭代，则可能延长其生命周期至2030年。需跟踪固态电池量产时间表及磷酸铁锂能量密度提升进度。</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固态电池全球首个国际标准由</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富临精工高压实磷酸铁锂技术</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行业技术竞争从单一能量密度</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固态电池全球首个国际标准由</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若固态电池标准在2026-2028年快速落地并产业化，则磷酸铁锂在高端动力市场的份额可能从2028年起加速下滑，但储能领域仍将保持主导</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富临精工终止17.5万吨项目合作但项目已投产，产能实质增加；湖南裕能利润翻倍但遭宁德时代订单流失，客户结构风险暴露；钛能化学投百亿级项目押注硫磷铁钛锂赛道，行业扩产热度不减。 [1][2][6]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富临精工项目终止合作但已投产（起点锂电），说明产能扩张从合资转向自主，可能影响其与宁德时代的绑定关系。湖南裕能利润翻倍但被宁德时代'抛弃'（新浪财经），反映头部电池厂正在培育二供、三供，单一客户依赖风险加剧。钛能化学百亿级项目（新浪财经）显示新进入者仍在加码，行业产能过剩压力将持续。</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湖南裕能无法快速补充新客户，则其产能利用率可能下滑，利润高增长难以为继；若富临精工独立运营后能导入新客户，则可能从宁德时代体系外获得增量；若钛能化学百亿项目如期投产，则2027年行业产能过剩将进一步加剧。需跟踪湖南裕能新客户公告、富临精工客户结构变化及钛能化学项目进度。</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落地链路</a:t>
            </a:r>
            <a:endParaRPr lang="en-US" sz="1200" dirty="0"/>
          </a:p>
        </p:txBody>
      </p:sp>
      <p:sp>
        <p:nvSpPr>
          <p:cNvPr id="24" name="Shape 22"/>
          <p:cNvSpPr/>
          <p:nvPr/>
        </p:nvSpPr>
        <p:spPr>
          <a:xfrm>
            <a:off x="7882128" y="2029968"/>
            <a:ext cx="2377440" cy="365760"/>
          </a:xfrm>
          <a:prstGeom prst="roundRect">
            <a:avLst>
              <a:gd name="adj" fmla="val 10000"/>
            </a:avLst>
          </a:prstGeom>
          <a:solidFill>
            <a:srgbClr val="F4FAF6"/>
          </a:solidFill>
          <a:ln w="8890">
            <a:solidFill>
              <a:srgbClr val="DADADA"/>
            </a:solidFill>
            <a:prstDash val="solid"/>
          </a:ln>
        </p:spPr>
      </p:sp>
      <p:sp>
        <p:nvSpPr>
          <p:cNvPr id="25" name="Text 23"/>
          <p:cNvSpPr/>
          <p:nvPr/>
        </p:nvSpPr>
        <p:spPr>
          <a:xfrm>
            <a:off x="8028432" y="2139696"/>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产能</a:t>
            </a:r>
            <a:endParaRPr lang="en-US" sz="720" dirty="0"/>
          </a:p>
        </p:txBody>
      </p:sp>
      <p:sp>
        <p:nvSpPr>
          <p:cNvPr id="26" name="Text 24"/>
          <p:cNvSpPr/>
          <p:nvPr/>
        </p:nvSpPr>
        <p:spPr>
          <a:xfrm>
            <a:off x="8613648" y="2139696"/>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富临精工终止17.5万吨项目合作但</a:t>
            </a:r>
            <a:endParaRPr lang="en-US" sz="700" dirty="0"/>
          </a:p>
        </p:txBody>
      </p:sp>
      <p:sp>
        <p:nvSpPr>
          <p:cNvPr id="27" name="Shape 25"/>
          <p:cNvSpPr/>
          <p:nvPr/>
        </p:nvSpPr>
        <p:spPr>
          <a:xfrm>
            <a:off x="8979408" y="2441448"/>
            <a:ext cx="164592" cy="146304"/>
          </a:xfrm>
          <a:prstGeom prst="downArrow">
            <a:avLst/>
          </a:prstGeom>
          <a:solidFill>
            <a:srgbClr val="7F9D84"/>
          </a:solidFill>
          <a:ln w="12700">
            <a:solidFill>
              <a:srgbClr val="7F9D84"/>
            </a:solidFill>
            <a:prstDash val="solid"/>
          </a:ln>
        </p:spPr>
      </p:sp>
      <p:sp>
        <p:nvSpPr>
          <p:cNvPr id="28" name="Shape 26"/>
          <p:cNvSpPr/>
          <p:nvPr/>
        </p:nvSpPr>
        <p:spPr>
          <a:xfrm>
            <a:off x="7882128" y="2596896"/>
            <a:ext cx="2377440" cy="365760"/>
          </a:xfrm>
          <a:prstGeom prst="roundRect">
            <a:avLst>
              <a:gd name="adj" fmla="val 10000"/>
            </a:avLst>
          </a:prstGeom>
          <a:solidFill>
            <a:srgbClr val="FFFFFF"/>
          </a:solidFill>
          <a:ln w="8890">
            <a:solidFill>
              <a:srgbClr val="DADADA"/>
            </a:solidFill>
            <a:prstDash val="solid"/>
          </a:ln>
        </p:spPr>
      </p:sp>
      <p:sp>
        <p:nvSpPr>
          <p:cNvPr id="29" name="Text 27"/>
          <p:cNvSpPr/>
          <p:nvPr/>
        </p:nvSpPr>
        <p:spPr>
          <a:xfrm>
            <a:off x="8028432" y="2706624"/>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客户</a:t>
            </a:r>
            <a:endParaRPr lang="en-US" sz="720" dirty="0"/>
          </a:p>
        </p:txBody>
      </p:sp>
      <p:sp>
        <p:nvSpPr>
          <p:cNvPr id="30" name="Text 28"/>
          <p:cNvSpPr/>
          <p:nvPr/>
        </p:nvSpPr>
        <p:spPr>
          <a:xfrm>
            <a:off x="8613648" y="2706624"/>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湖南裕能利润翻倍但遭宁德时代订单流</a:t>
            </a:r>
            <a:endParaRPr lang="en-US" sz="700" dirty="0"/>
          </a:p>
        </p:txBody>
      </p:sp>
      <p:sp>
        <p:nvSpPr>
          <p:cNvPr id="31" name="Shape 29"/>
          <p:cNvSpPr/>
          <p:nvPr/>
        </p:nvSpPr>
        <p:spPr>
          <a:xfrm>
            <a:off x="8979408" y="3008376"/>
            <a:ext cx="164592" cy="146304"/>
          </a:xfrm>
          <a:prstGeom prst="downArrow">
            <a:avLst/>
          </a:prstGeom>
          <a:solidFill>
            <a:srgbClr val="7F9D84"/>
          </a:solidFill>
          <a:ln w="12700">
            <a:solidFill>
              <a:srgbClr val="7F9D84"/>
            </a:solidFill>
            <a:prstDash val="solid"/>
          </a:ln>
        </p:spPr>
      </p:sp>
      <p:sp>
        <p:nvSpPr>
          <p:cNvPr id="32" name="Shape 30"/>
          <p:cNvSpPr/>
          <p:nvPr/>
        </p:nvSpPr>
        <p:spPr>
          <a:xfrm>
            <a:off x="7882128" y="3163824"/>
            <a:ext cx="2377440" cy="365760"/>
          </a:xfrm>
          <a:prstGeom prst="roundRect">
            <a:avLst>
              <a:gd name="adj" fmla="val 10000"/>
            </a:avLst>
          </a:prstGeom>
          <a:solidFill>
            <a:srgbClr val="F4FAF6"/>
          </a:solidFill>
          <a:ln w="8890">
            <a:solidFill>
              <a:srgbClr val="DADADA"/>
            </a:solidFill>
            <a:prstDash val="solid"/>
          </a:ln>
        </p:spPr>
      </p:sp>
      <p:sp>
        <p:nvSpPr>
          <p:cNvPr id="33" name="Text 31"/>
          <p:cNvSpPr/>
          <p:nvPr/>
        </p:nvSpPr>
        <p:spPr>
          <a:xfrm>
            <a:off x="8028432" y="3273552"/>
            <a:ext cx="566928" cy="109728"/>
          </a:xfrm>
          <a:prstGeom prst="rect">
            <a:avLst/>
          </a:prstGeom>
          <a:noFill/>
          <a:ln/>
        </p:spPr>
        <p:txBody>
          <a:bodyPr wrap="square" lIns="0" tIns="0" rIns="0" bIns="0" rtlCol="0" anchor="ctr">
            <a:normAutofit/>
          </a:bodyPr>
          <a:lstStyle/>
          <a:p>
            <a:pPr indent="0" marL="0">
              <a:buNone/>
            </a:pPr>
            <a:r>
              <a:rPr lang="en-US" sz="720" b="1" dirty="0">
                <a:solidFill>
                  <a:srgbClr val="487052"/>
                </a:solidFill>
                <a:latin typeface="Microsoft YaHei" pitchFamily="34" charset="0"/>
                <a:ea typeface="Microsoft YaHei" pitchFamily="34" charset="-122"/>
                <a:cs typeface="Microsoft YaHei" pitchFamily="34" charset="-120"/>
              </a:rPr>
              <a:t>落地</a:t>
            </a:r>
            <a:endParaRPr lang="en-US" sz="720" dirty="0"/>
          </a:p>
        </p:txBody>
      </p:sp>
      <p:sp>
        <p:nvSpPr>
          <p:cNvPr id="34" name="Text 32"/>
          <p:cNvSpPr/>
          <p:nvPr/>
        </p:nvSpPr>
        <p:spPr>
          <a:xfrm>
            <a:off x="8613648" y="3273552"/>
            <a:ext cx="1481328" cy="109728"/>
          </a:xfrm>
          <a:prstGeom prst="rect">
            <a:avLst/>
          </a:prstGeom>
          <a:noFill/>
          <a:ln/>
        </p:spPr>
        <p:txBody>
          <a:bodyPr wrap="square" lIns="0" tIns="0" rIns="0" bIns="0" rtlCol="0" anchor="ctr">
            <a:normAutofit/>
          </a:bodyPr>
          <a:lstStyle/>
          <a:p>
            <a:pPr indent="0" marL="0">
              <a:buNone/>
            </a:pPr>
            <a:r>
              <a:rPr lang="en-US" sz="700" dirty="0">
                <a:solidFill>
                  <a:srgbClr val="121212"/>
                </a:solidFill>
                <a:latin typeface="Microsoft YaHei" pitchFamily="34" charset="0"/>
                <a:ea typeface="Microsoft YaHei" pitchFamily="34" charset="-122"/>
                <a:cs typeface="Microsoft YaHei" pitchFamily="34" charset="-120"/>
              </a:rPr>
              <a:t>钛能化学投百亿级项目押注硫磷铁钛锂</a:t>
            </a:r>
            <a:endParaRPr lang="en-US" sz="700" dirty="0"/>
          </a:p>
        </p:txBody>
      </p:sp>
      <p:sp>
        <p:nvSpPr>
          <p:cNvPr id="35" name="Text 33"/>
          <p:cNvSpPr/>
          <p:nvPr/>
        </p:nvSpPr>
        <p:spPr>
          <a:xfrm>
            <a:off x="7726680" y="4535424"/>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用企业、项目、产能、客户的链路承接文字结论。</a:t>
            </a:r>
            <a:endParaRPr lang="en-US" sz="760" dirty="0"/>
          </a:p>
        </p:txBody>
      </p:sp>
      <p:sp>
        <p:nvSpPr>
          <p:cNvPr id="36" name="Shape 34"/>
          <p:cNvSpPr/>
          <p:nvPr/>
        </p:nvSpPr>
        <p:spPr>
          <a:xfrm>
            <a:off x="658368" y="5779008"/>
            <a:ext cx="1463040" cy="292608"/>
          </a:xfrm>
          <a:prstGeom prst="rect">
            <a:avLst/>
          </a:prstGeom>
          <a:solidFill>
            <a:srgbClr val="121212"/>
          </a:solidFill>
          <a:ln w="12700">
            <a:solidFill>
              <a:srgbClr val="121212"/>
            </a:solidFill>
            <a:prstDash val="solid"/>
          </a:ln>
        </p:spPr>
      </p:sp>
      <p:sp>
        <p:nvSpPr>
          <p:cNvPr id="37" name="Text 35"/>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8" name="Text 36"/>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若湖南裕能无法快速补充新客户，则其产能利用率可能下滑，利润高增长难以为继</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湖南裕能利润翻倍但资金失血、扩产压身，反映行业'增收不增利'的结构性矛盾；富临精工终止合作或为规避价格战下的盈利风险；行业整体仍处产能过剩、价格承压阶段。 [2][1][6]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依据：[2][1][6]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湖南裕能利润翻倍但资金失血（新浪财经），说明行业虽处景气周期但资本开支巨大，现金流承压。富临精工终止合作可能因项目盈利预期不佳，反映行业价格战压力。钛能化学逆势扩产（新浪财经）显示新进入者仍看好长期需求，但短期将加剧价格竞争。行业盈利分化加剧，头部企业靠规模优势，二线企业面临生存压力。</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碳酸锂价格维持低位且行业产能持续释放，则磷酸铁锂价格可能进一步下探，二线厂商盈利空间将被压缩；若湖南裕能资金链持续紧张，则可能放缓扩产节奏，反而缓解供给压力。需跟踪碳酸锂价格走势、行业月度产量数据及企业资本开支计划。</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湖南裕能利润翻倍但资金失血</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富临精工终止合作或为规避价</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行业整体仍处产能过剩、价格</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湖南裕能利润翻倍但资金失血</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若碳酸锂价格维持低位且行业产能持续释放，则磷酸铁锂价格可能进一步下探，二线厂商盈利空间将被压缩</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动力电池梯次利用被叫停后企业执行不一，政策落地存在真空期；固态电池国际标准立项标志技术标准竞争升级；新能源电池售后政策对消费者影响引发关注，行业合规要求趋严。 [3][4][7]</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依据：[3][4][7]</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梯次利用政策叫停后执行不一（澎湃新闻），反映政策从鼓励转向限制的过渡期混乱，回收企业面临合规风险。固态电池国际标准立项（catarc.ac.cn）显示我国抢占标准制高点，但可能加速技术路线切换。新能源电池售后政策（新浪）关注消费者权益，可能增加企业合规成本。政策环境从粗放鼓励转向精细规范。</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梯次利用政策持续模糊，则回收企业可能转向直接拆解，改变磷酸铁锂回收料供给结构；若固态电池标准加速落地，则现有磷酸铁锂产能可能面临技术淘汰风险；若售后政策趋严，则电池企业需增加质保成本，压缩利润。需跟踪回收政策细则、固态电池标准实施时间表及售后政策落地情况。</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动力电池梯次利用被叫停后企业执行不</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固态电池国际标准立项标志技术标准竞</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新能源电池售后政策对消费者影响引发</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若梯次利用政策持续模糊，则回收企业可能转向直接拆解，改变磷酸铁锂回收料供给结构</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湖南裕能遭宁德时代订单流失，客户结构恶化；富临精工终止合作后独立发展，竞争策略调整；钛能化学百亿级项目入局，行业竞争格局生变；钠电池在四川获政策窗口期，对磷酸铁锂形成替代竞争。 [2][1][6][8]</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依据：[2][1][6][8]</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湖南裕能被宁德时代'抛弃'（新浪财经）显示头部电池厂正在去单一供应商化，二线厂商迎来机会。富临精工终止合作后独立运营（起点锂电），可能更灵活地开拓客户。钛能化学百亿项目（新浪财经）显示跨界资本仍在涌入。四川发展钠电池（四川在线）显示替代技术路线在区域政策支持下加速产业化，对磷酸铁锂在储能领域形成竞争。</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湖南裕能无法挽回宁德时代订单，则其市场份额可能被二线厂商蚕食；若富临精工独立后成功开拓新客户，则可能从宁德时代体系外获得增量；若钠电池在四川规模化量产，则2027年后磷酸铁锂在储能领域可能面临价格竞争。需跟踪各企业客户结构变化、钠电池量产进度及区域政策支持力度。</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湖南裕能遭宁德时代订单流失</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富临精工终止合作后独立发展</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钛能化学百亿级项目入局，行</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湖南裕能遭宁德时代订单流失</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若湖南裕能无法挽回宁德时代订单，则其市场份额可能被二线厂商蚕食</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4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风险：产能过剩加剧、客户集中风险、政策执行不一、固态电池替代压力；机会：二线厂商获客窗口、回收市场重构、技术差异化竞争；观察：富临精工独立运营成效、湖南裕能新客户导入、梯次利用政策细则、固态电池标准实施。 [1][2][3][4]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行业处于多变量博弈期：产能过剩与需求增长并存，政策鼓励与限制并存，技术迭代与替代并存。富临精工终止合作（起点锂电）既是风险（合作破裂）也是机会（独立发展）。湖南裕能订单流失（新浪财经）暴露风险但为二线厂商创造机会。梯次利用政策叫停（澎湃新闻）造成短期混乱但长期利于规范回收。固态电池标准（catarc.ac.cn）构成远期威胁但短期影响有限。</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行业产能过剩持续至2027年，则部分二线厂商可能出清，行业集中度提升；若固态电池产业化快于预期，则磷酸铁锂产能可能提前折旧；若梯次利用政策明确禁止，则回收企业将转向拆解，磷酸铁锂回收料供给增加。需跟踪行业产能利用率、固态电池量产时间表及回收政策细则。</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风险：产能过剩加剧、客户集</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机会：二线厂商获客窗口、回</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观察：富临精工独立运营成效</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风险：产能过剩加剧、客户集</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若行业产能过剩持续至2027年，则部分二线厂商可能出清，行业集中度提升</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富临精工:终止17.5万吨磷酸铁锂项目合作!</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0Ca11akT5F2Ru43ZHFaH8xb5Y_b0ThBD1qXa8Fplpd9D-0mk7vBLj0Fl2V7LF014X6IE0SQ5ECyzog93w3939xFtOWM4BTPFTxdywEx_LVoFmqIaEjplUSqzLR8fJVl0xUP8hb4nomdh4QLBOhBR1sbwxwVzpeP5ukb2bMg6-_KVsbqXQCQ33PmtB0mxNIKX2zPgpAMY9WoHj5nH_nEGjyq3X8EKMKOIA..&amp;type=2&amp;query=%E7%A3%B7%E9%85%B8%E9%93%81%E9%94%82 %E8%AE%A2%E5%8D%95 %E5%AE%A2%E6%88%B7 %E5%8A%A8%E5%8A%9B%E7%94%B5%E6%B1%A0&amp;token=9142797ED85F1F8BC0B99956BF426B90C05A0ACF6A8E3EFB</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财说｜资金失血、扩产压身，利润翻倍的湖南裕能正被宁德时代“抛弃”</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https://cj.sina.cn/articles/view/5182171545/134e1a99902002ir54</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动力电池“梯次利用”被叫停，企业执行情况不一</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https://m.thepaper.cn/newsDetail_forward_33846728</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中国牵头的车用固态电池国际标准成功立项</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https://www.catarc.ac.cn/mobile/detail/c97607932fdd43f1a7688741338b39b5</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富临精工:终止17.5万吨磷酸铁锂项目合作!</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0Ca11akT5F2XR4sPvylwLhb5Y_b0ThBD1qXa8Fplpd9D-0mk7vBLj0Fl2V7LF014X6IE0SQ5ECyzog93w3939xFtOWM4BTPFTxdywEx_LVoFmqIaEjplUSqzLR8fJVl0_rJ_TbxvyzkWEtSkLZmVqg-UwAybJZ9NBH59YYtzqs1acM8dlFBpI_ie7cxxYJ7VEgf3VCEwe-95Q1m-ftLjZ4C2Qmj7RgGwQ..&amp;type=2&amp;query=%E7%A3%B7%E9%85%B8%E9%93%81%E9%94%82 %E6%89%A9%E4%BA%A7 %E6%8A%95%E4%BA%A7 %E9%A1%B9%E7%9B%AE&amp;token=91426B8D0C8ACA5E6A6D32826A32A0F26B0087546A8E3EF8</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净利润已超去年全年，又投百亿级项目！钛能化学押注“硫磷铁钛锂”赛道</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https://finance.sina.com.cn/roll/2026-08-25/doc-inippvuq2317287.shtml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新能源汽车售后政策对消费者有哪些影响？</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https://k.sina.com.cn/article_7879776512_1d5abd90006801ftgm.html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钠电黄金窗口期，四川能否再造一个“电池之都”？丨城市研究社</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https://sichuan.scol.com.cn/ggxw/202608/83310710.html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【正极材料周报】钛能化学/天赐材料扩产磷酸铁锂！湖南裕能/盛新锂能募资</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https://www.itdcw.com/news/dczk/0QG5I362026.html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【正极材料周报】锂资源收购并购频传动态！​7月正极领域新增投资超321</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https://www.itdcw.com/news/dczk/0R415J632026.html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磷酸铁锂动力型电池与磷酸铁锂储能型电池的区别分析_电池网</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https://www.itdcw.com/news/dianchibaike/06301359262023.html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2026-08-26</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川发龙蟒：关于终止全资子公司德阳川发龙蟒新材料有限公司合作建设17.5</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https://xp.stcn.com/index/pdf?id=1227511906&amp;stock_code=002312&amp;type=rm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关于公开征求全国动力电池回收利用标准化技术委员会组建委员名单意见的公示</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https://www.miit.gov.cn/gzcy/yjzj/art/2026/art_e9c023758a2d4dd5aa00fee95a653b90.html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关于公开征求《锂离子电池正极材料前驱体单位产品能源消耗限额》等15项行</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https://www.miit.gov.cn/zwgk/wjgs/art/2026/art_7ac0ab73c8a84530ab8fdda120d4a005.html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https://www.mee.gov.cn/</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2026-08-26</dc:title>
  <dc:subject>LFP daily briefing</dc:subject>
  <dc:creator>lifepo4_brief</dc:creator>
  <cp:lastModifiedBy>lifepo4_brief</cp:lastModifiedBy>
  <cp:revision>1</cp:revision>
  <dcterms:created xsi:type="dcterms:W3CDTF">2026-08-26T01:19:41Z</dcterms:created>
  <dcterms:modified xsi:type="dcterms:W3CDTF">2026-08-26T01:19:41Z</dcterms:modified>
</cp:coreProperties>
</file>