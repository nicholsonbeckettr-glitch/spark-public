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政策收紧与产能扩张并行的态势。工信部废止动力电池梯次利用，强化回收安全红线，将重塑电池回收市场格局。供给端，川发龙蟒德阿项目6万吨/年磷酸铁锂装置已量产量销，万华化学入股大中矿业20万吨级锂盐项目，显示上游资源整合加速。技术端，二代刀片电池上市进一步巩固磷酸铁锂在动力电池领域的主导地位，中国动力电池军团全球市占率超七成。整体看，行业在政策规范下加速向头部集中，一体化布局成为竞争关键。</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今日磷酸铁锂行业呈现政策收紧与产能扩张并行的态势。工信部废止动力电池梯次利用，强化回收安全红线，将重塑电池回收市场格局。供给端，川发龙蟒德阿项</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今日磷酸铁锂行业呈现政策收紧与产能扩张并行的态势。工信部废止动力电池梯次利用，强化回收安全红线，将重塑电池回收市场格局。供给端，川发龙蟒德阿项</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工信部废止动力电池梯次利用，划定废旧电池三条红线，直接冲击现有回收商业模式，利好具备拆解与再生资质的一体化企业。同时，川发龙蟒6万吨/年磷酸铁锂装置量产量销、万华化学入股20</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二代刀片电池上市被评论为磷酸铁锂与三元锂电池的‘胜负已分’，显示磷酸铁锂技术路线在动力电池领域的主导地位进一步巩固。同时，行业在电池安全与制造工艺上持续创新，如海目星集团推出</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川发龙蟒德阿项目6万吨/年磷酸铁锂装置已实现量产量销，10万吨/年磷酸铁装置投产；万华化学入股大中矿业20万吨级锂盐项目，上游资源整合加速。中国动力电池军团全球市占率超七成，</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[2][3][6]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在产能持续扩张和上游资源整合的背景下，磷酸铁锂行业面临潜在的价格和盈利压力。川发龙蟒新装置量产量销、万华化学布局锂盐，均指向成本竞争加剧。</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[2][3]</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今日磷酸铁锂行业呈现政策收紧与产能扩张并行的态势。工信部废止动力电池梯次利用，强化回收安全红线，将重塑电池回收市场格局。供给端，川发龙蟒德阿项</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废止动力电池梯次利用，划定废旧电池三条红线，直接冲击现有回收商业模式，利好具备拆解与再生资质的一体化企业。同时，川发龙蟒6万吨/年磷酸铁锂装置量产量销、万华化学入股20万吨级锂盐项目，显示行业扩产与上游整合并行，成本竞争加剧。二代刀片电池上市强化磷酸铁锂技术优势，全球市占率超七成，行业集中度进一步提升。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废止梯次利用政策（财新、东方财富）与川发龙蟒、万华化学的产能扩张新闻形成政策与供给的双重信号。政策端，叫停梯次利用将提高电池回收门槛，利好具备再生利用能力的企业，但短期可能增加电池持有方的处置成本。供给端，川发龙蟒项目量产量销和万华化学的锂盐布局，表明行业头部企业正通过一体化降低成本和保障供应，这将加剧二三线企业的生存压力。二代刀片电池的技术优势（汽车之家）则从需求端巩固了磷酸铁锂路线，与供给扩张形成共振。需要进一步调研的是，新回</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工信部废止梯次利用的政策在后续各省市得到严格执行，则电池回收行业将加速洗牌，具备再生利用技术和资质的企业可能获得更大市场份额，而依赖梯次利用的商业模式将面临转型压力。若川发龙蟒和万华化学的新增产能按计划达产，则磷酸铁锂及上游锂盐的供给将进一步宽松，可能对产品价格形成压力，需跟踪月度产量数据和行业库存变化。若二代刀片电池持续放量，则磷酸铁锂在乘用车市场的渗透率有望继续提升，需关注其与三元电池的成本和技术差距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工信部废止动力电池梯次利用</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同时，川发龙蟒6万吨/年磷</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二代刀片电池上市强化磷酸铁</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工信部废止动力电池梯次利用</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若工信部废止梯次利用的政策在后续各省市得到严格执行，则电池回收行业将加速洗牌，具备再生利用技术和资质的企业可能获得更大市场份额，而依赖梯次利用的商业模</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上市被评论为磷酸铁锂与三元锂电池的‘胜负已分’，显示磷酸铁锂技术路线在动力电池领域的主导地位进一步巩固。同时，行业在电池安全与制造工艺上持续创新，如海目星集团推出解决锂电涂布断带、高能耗问题的‘四大黑科技’。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汽车之家的评论文章（8月5日）将二代刀片电池的上市视为磷酸铁锂与三元路线竞争的关键节点，这反映了市场对磷酸铁锂技术成熟度和成本优势的认可。海目星的技术创新（EET-China）则表明，产业链上游设备商正通过技术升级来应对行业对降本增效的极致追求，这与磷酸铁锂大规模扩产的背景相契合。这些信号共同指向一个趋势：磷酸铁锂技术路线正通过工艺改进和设备升级，进一步拉开与三元的成本差距。但需注意，技术评论可能存在媒体倾向性，需结合更多第三方数据验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二代刀片电池在能量密度和成本上持续优化，则磷酸铁锂在主流车型中的渗透率可能进一步提升，对三元电池形成更大替代压力，需跟踪头部电池厂商的技术发布和车型配套情况。若海目星等设备商的创新技术得到广泛应用，则行业整体制造效率和良率有望提升，可能加速落后产能出清，需关注新技术的实际应用案例和订单落地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二代刀片电池上市被评论为磷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同时，行业在电池安全与制造</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[4][5] 汽车之家的评</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二代刀片电池上市被评论为磷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若二代刀片电池在能量密度和成本上持续优化，则磷酸铁锂在主流车型中的渗透率可能进一步提升，对三元电池形成更大替代压力，需跟踪头部电池厂商的技术发布和车型</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川发龙蟒德阿项目6万吨/年磷酸铁锂装置已实现量产量销，10万吨/年磷酸铁装置投产；万华化学入股大中矿业20万吨级锂盐项目，上游资源整合加速。中国动力电池军团全球市占率超七成，行业集中度持续提升。 [2][3][6]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依据：[2][3][6]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川发龙蟒的产能落地（搜狐网）和万华化学的锂盐布局（财联社）是今日供给端的核心信号。前者代表磷酸铁锂正极材料产能的持续释放，后者则显示龙头企业正向产业链最上游的锂资源延伸，以保障供应和降低成本。这与全球市占率超七成的数据（界面新闻）相互印证，表明中国电池产业链的规模优势正在转化为对上游资源的控制力。这种一体化趋势将加剧行业竞争，对未布局上游的中小企业构成压力。需要进一步调研的是，万华化学入股项目的具体产能释放时间表，以及川发龙蟒新产能的客</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川发龙蟒和万华化学的新增产能按计划释放，则磷酸铁锂及上游锂盐的供给将更加宽松，可能加剧价格竞争，需跟踪月度产量、开工率及新增订单情况。若中国动力电池企业凭借规模优势持续获取海外订单，则全球市占率有望进一步提升，但需关注海外贸易政策风险。</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川发龙蟒德阿项目6万吨/年</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万华化学入股大中矿业20万</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中国动力电池军团全球市占率</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川发龙蟒德阿项目6万吨/年</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若川发龙蟒和万华化学的新增产能按计划释放，则磷酸铁锂及上游锂盐的供给将更加宽松，可能加剧价格竞争，需跟踪月度产量、开工率及新增订单情况</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在产能持续扩张和上游资源整合的背景下，磷酸铁锂行业面临潜在的价格和盈利压力。川发龙蟒新装置量产量销、万华化学布局锂盐，均指向成本竞争加剧。 [2][3]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给端的快速扩张（川发龙蟒、万华化学）是价格压力的主要来源。当大量新增产能涌入市场，而需求增速未能同步匹配时，产品价格和加工费可能承压。万华化学向上游锂资源延伸，本质上是为应对价格战而进行的成本控制。这种‘内卷’式竞争将压缩行业整体利润空间，尤其对缺乏成本优势的中小企业构成生存威胁。然而，二代刀片电池带来的需求增长（汽车之家）可能部分对冲供给压力。需要关注的是，新增产能的实际释放节奏与下游需求的匹配度，以及碳酸锂等原材料价格的走势。</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新增产能集中释放而需求增长不及预期，则磷酸铁锂正极材料价格可能面临下行压力，行业盈利水平或收窄，需跟踪产品报价和上市公司毛利率变化。若碳酸锂价格因供给过剩而下跌，则可能在一定程度上缓解正极材料企业的成本压力，但无法完全对冲加工费的下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在产能持续扩张和上</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川发龙蟒新装置量产</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[2][3] 供给</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若新增产能集中释放而需求增长不及预期，则磷酸铁锂正极材料价格可能面临下行压力，行业盈利水平或收窄，需跟踪产品报价和上市公司毛利率变化</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工信部废止废旧动力电池‘梯次利用’，划定废旧电池三条红线，强化质量安全标准要求。这是今日最重大的政策变化，将直接影响电池回收行业的商业模式和合规成本。 [7][1][8]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依据：[7][1][8]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叫停梯次利用（财新、东方财富）是明确的政策收紧信号。此前，梯次利用被视为退役电池的重要处理路径，但安全问题频发促使监管转向。新规将迫使行业转向直接再生利用，这提高了技术门槛和环保合规成本。对于已布局再生利用产能的企业是利好，而对依赖梯次利用的企业则是重大挑战。该政策与《新能源汽车动力蓄电池回收利用管理暂行办法》等既有法规的衔接，以及具体执行细则，是后续关注重点。同时，新国标对电池衰减的要求（搜狐）也体现了对电池全生命周期质量的更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工信部废止梯次利用的政策在后续各省市得到严格执行，则电池回收行业将加速洗牌，具备再生利用技术和资质的企业可能获得更大市场份额，而依赖梯次利用的商业模式将面临转型压力。若新国标对电池衰减的要求全面落地，则电池制造商需提升产品质量，可能增加短期成本，但长期有利于行业健康发展。需跟踪政策实施细则和各地执行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工信部废止废旧动力电池‘梯次利用’</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这是今日最重大的政策变化，将直接影</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[7][1][8] 工信部叫停梯次</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若工信部废止梯次利用的政策在后续各省市得到严格执行，则电池回收行业将加速洗牌，具备再生利用技术和资质的企业可能获得更大市场份额，而依赖梯次利用的商业模</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华友钴业‘再造一个华友’战略推进，匈牙利工厂投产在即，非洲锂矿版图扩张，显示其向锂电材料一体化与全球化布局的决心。同时，全球锂电池负极材料出货排名中，中国企业占据主导。 [9][10]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依据：[9][10]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华友钴业的动态（新浪财经）是今日重要的竞品信号。其匈牙利工厂和非洲锂矿布局，与万华化学入股锂盐项目形成呼应，表明行业头部企业均在构建‘资源-材料’一体化能力，并加速全球化。这种竞争态势将提升行业壁垒。负极材料出货排名（新浪财经）则显示中国企业在全球供应链中的核心地位，但需关注技术迭代（如硅碳负极）可能带来的排名变化。华友钴业在海外建厂，也需关注欧洲本地化政策与成本挑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华友钴业匈牙利工厂顺利投产并获取海外客户，则其全球市场份额有望提升，对国内竞争对手形成压力，需跟踪其海外工厂的客户导入和产能爬坡情况。若非洲锂矿项目按计划推进，则其上游资源自给率将显著提高，成本优势可能进一步凸显。</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华友钴业‘再造一个华友</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同时，全球锂电池负极材</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[9][10] 华友钴</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[9][10] 华友钴</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若华友钴业匈牙利工厂顺利投产并获取海外客户，则其全球市场份额有望提升，对国内竞争对手形成压力，需跟踪其海外工厂的客户导入和产能爬坡情况</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风险：产能过剩导致价格战加剧；政策执行力度不及预期。机会：回收新政利好再生利用龙头；一体化布局企业成本优势凸显。观察：新增产能爬坡进度、碳酸锂价格走势、海外市场需求变化。 [1][2][3][9]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信息，行业处于‘政策收紧+供给扩张’的十字路口。风险在于，川发龙蟒、万华化学等项目的投产可能加剧供给过剩，导致行业利润率下滑。机会在于，工信部废止梯次利用的政策为具备技术和资质的企业创造了结构性机遇。同时，二代刀片电池带来的需求增长是重要的对冲因素。需要持续观察的是，新增产能的实际释放是否如公告般顺利，以及政策执行是否会因行业反弹而打折扣。此外，华友钴业的全球化布局也提示了海外市场的机会与风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产能扩张速度持续快于需求增长，则价格战风险将显著上升，需密切关注行业库存和开工率数据。若回收新政得到严格执行，则再生利用环节的利润池可能扩大，相关龙头企业有望受益。若海外市场需求因政策或经济因素波动，则可能影响中国电池企业的出口，需跟踪主要海外市场的政策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风险：产能过剩导致价格</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政策执行力度不及预期</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机会：回收新政利好再生</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机会：回收新政利好再生</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若行业产能扩张速度持续快于需求增长，则价格战风险将显著上升，需密切关注行业库存和开工率数据</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告别“二手电池”特殊待遇 工信部废止梯次利用 划定废旧电池三条红线</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https://emwap.eastmoney.com/a/202608063832987734.html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川发龙蟒：德阿项目6万吨/年磷酸铁锂装置已实现量产量销，10万吨/年磷</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https://news.google.com/rss/articles/CBMijAFBVV95cUxOdExZX2d2TWhUNFhRNlpVOXJzMUpVc0djdmV0ZnhJcHQ4aVlGN3J4X2djRGdIQi1zM205N29LZGIyY2swYzFPVEF2SVhMUENfeVJOY1VqdmI4aTN1bGI4MHJtZzZWbkIzWFdCbXhQUUpuSWNyeG04OFNWZERjZ3BuQUV3Z1pxVllYX3dkaA?oc=5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万华化学入股大中矿业20万吨级锂盐项目：一场上下游龙头的战略合围</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https://www.cls.cn/detail/2321918</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 - 汽车之家</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https://news.google.com/rss/articles/CBMiW0FVX3lxTE5wbWZjSVpRYTF2Z2RpT2JPbDhBMTB2TjlYdUJwTUk5T293RlpQT0JQZFJtSU96ZGhUdzV4VzdJWjI5SzFYdUdrUlUzRlRHNk5KV0t5X0dqTmlUQWc?oc=5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海目星集团四大黑科技，解决锂电涂布断带、高能耗等老难题</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https://mtz.china.com/touzi/2026/0805/255701.html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市占率超七成，中国动力电池军团再创新高 | 动力电池排名⑥ - Jie</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https://news.google.com/rss/articles/CBMiWEFVX3lxTE44SUh6eG5XRGQ3LTZyT1owMFZwOFNOQmhjekt3OVhpSmRtMkRIdVVIckVlY3RfSm1ZSXhabkZiUUlBTGFTMEhWOWxGTGNwMC1yUnUxTVdTUUQ?oc=5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能源内参｜国际油价大幅下跌；工信部叫停废旧动力电池“梯次利用” 强化质</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https://news.google.com/rss/articles/CBMiZ0FVX3lxTE9ZZXM0cGN0LTRnY2t4eVNjeDVpVEVucDdYWHo4YWw4VG55dlFXVFZ6QTBmQkNYbjdjYk9fVlJfRkJQcS12Vmh5S0hON3Q0enFTdjFWaHVlR1lkYVU2YmZ5d1dEdjRIa2c?oc=5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电动汽车到底能开多久？新国标让电池衰减不再是玄学</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https://m.sohu.com/a/1059073737_121627717?scm=10001.325_13-325_13.0.0-0-0-0-0.5_1334</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华友钴业“再造一个华友”：匈牙利工厂投产在即 非洲锂矿版图扩张</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https://k.sina.com.cn/article_6489090969_182c7ab9900101ulse.html?from=finance&amp;subch=futures</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2026H1全球锂电池负极出货排行榜TOP10</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https://k.sina.com.cn/article_5953189932_162d6782c06704sz68.html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【正极材料周报】宁德时代“天价锂矿”采矿规模将达150万吨/年！今年国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https://www.itdcw.com/news/dczk/0HG5E312026.html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【正极材料周报】30万吨钠电正极项目落地湖北仙桃！天力锂能及实控人被立</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https://www.itdcw.com/news/dczk/0P315FJ2026.html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国家清退梯次利用企业资质 动力电池回收产业迎洗牌</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https://www.stcn.com/article/detail/4060585.html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市占率超七成，中国动力电池军团再创新高 | 动力电池排名⑥|界面新闻</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https://www.jiemian.com/article/14880991.html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政策解读：关于废止和修订新能源汽车废旧动力电池“梯次利用”相关政策标准</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https://www.miit.gov.cn/zwgk/zcjd/art/2026/art_e4704ad5959b42968525e3f07e3eff13.html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2026-08-06</dc:title>
  <dc:subject>LFP daily briefing</dc:subject>
  <dc:creator>lifepo4_brief</dc:creator>
  <cp:lastModifiedBy>lifepo4_brief</cp:lastModifiedBy>
  <cp:revision>1</cp:revision>
  <dcterms:created xsi:type="dcterms:W3CDTF">2026-08-06T01:50:29Z</dcterms:created>
  <dcterms:modified xsi:type="dcterms:W3CDTF">2026-08-06T01:50:29Z</dcterms:modified>
</cp:coreProperties>
</file>