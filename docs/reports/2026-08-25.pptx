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高压实正极材料量产提速、固态电池国际标准立项及动力电池回收体系建设。浙江16万吨高压实磷酸铁锂项目落地，天赐材料有望率先量产；中国牵头固态电池全球首个国际标准立项，产业化窗口加速；赣州废旧动力电池综合利用企业数量全国居首，回收体系受政策关注。行业呈现高压实技术升级、固态电池标准引领、回收产业集聚三大趋势。</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今日磷酸铁锂行业聚焦高压实正极材料量产提速、固态电池国际标准立项及动力电池回收体系建设。浙江16万吨高压实磷酸铁锂项目落地，天赐材料有望率先量</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今日磷酸铁锂行业聚焦高压实正极材料量产提速、固态电池国际标准立项及动力电池回收体系建设。浙江16万吨高压实磷酸铁锂项目落地，天赐材料有望率先量</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浙江16万吨高压实磷酸铁锂项目落地，天赐材料有望率先量产，高压实路线成行业竞争焦点；中国牵头固态电池全球首个国际标准立项，产业化窗口加速开启；赣州废旧动力电池综合利用企业数量</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高压实磷酸铁锂正极材料成为技术升级焦点，浙江16万吨项目落地，天赐材料有望率先量产；固相法在高压实路线中优势明显，匹配大规模量产需求。固态电池全球首个国际标准由中国牵头立项，</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浙江16万吨高压实磷酸铁锂项目落地，天赐材料有望率先量产并享受市场红利；国轩高科上半年净利润同比增长278%，动力电池市场份额升至全球第五；亿纬锂能千亿扩产项目引发市场关注。</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行业盈利分化加剧：国轩高科净利润同比增278%，显示头部企业盈利能力强劲；但高压实产品量产初期成本较高，可能压缩短期利润空间。电池税新政出台，可能影响新能源重卡销量，间接影响</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[5][7]</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今日磷酸铁锂行业聚焦高压实正极材料量产提速、固态电池国际标准立项及动力电池回收体系建设。浙江16万吨高压实磷酸铁锂项目落地，天赐材料有望率先量</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浙江16万吨高压实磷酸铁锂项目落地，天赐材料有望率先量产，高压实路线成行业竞争焦点；中国牵头固态电池全球首个国际标准立项，产业化窗口加速开启；赣州废旧动力电池综合利用企业数量全国居首，回收体系受政策关注。行业技术升级与标准引领并行，回收产业集聚效应显现。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项目落地与固态电池国际标准立项形成技术路线双轨推进信号。高压实路线提升能量密度，巩固铁锂在储能和入门级电动车市场竞争力；固态电池标准由中国牵头，显示中国在下一代电池技术话语权提升。两者并行发展，短期铁锂仍是主流，中长期固态电池可能分流高端市场。需关注高压实产品实际量产进度及固态电池产业化时间表。</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天赐材料高压实磷酸铁锂率先量产并获市场验证，则可能带动行业高压实产品渗透率快速提升，挤压传统低压实产品份额，跟踪指标为高压实产品在头部电池厂的导入进度及良率数据；若固态电池国际标准加速落地，则可能吸引更多资本进入固态电解质及关键材料领域，对现有铁锂产业链形成长期替代预期，跟踪指标为标准发布后各国产业化配套政策及中试线建设数量。</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浙江16万吨高压实磷酸铁锂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中国牵头固态电池全球首个国</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赣州废旧动力电池综合利用企</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浙江16万吨高压实磷酸铁锂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若天赐材料高压实磷酸铁锂率先量产并获市场验证，则可能带动行业高压实产品渗透率快速提升，挤压传统低压实产品份额，跟踪指标为高压实产品在头部电池厂的导入进</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正极材料成为技术升级焦点，浙江16万吨项目落地，天赐材料有望率先量产；固相法在高压实路线中优势明显，匹配大规模量产需求。固态电池全球首个国际标准由中国牵头立项，产业化窗口加速开启。 [4][2]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路线通过提升材料压实密度，可在不增加电芯体积的前提下提升能量密度，是铁锂对抗三元的重要技术路径。固相法因工艺成熟、成本可控，在高压实产品量产中占优。固态电池标准立项则代表下一代技术路线正在从实验室走向产业化，但距离大规模商用仍有距离。两条技术路线并行，短期高压实铁锂是现实增量，长期固态是战略储备。</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磷酸铁锂量产良率与成本控制达到规模化水平，则可能加速对中低端三元电池的替代，尤其在储能和A级以下电动车市场，跟踪指标为高压实产品在头部电池厂的采购占比及单位Wh成本变化；若固态电池标准落地后中试线建设超预期，则可能提前开启对现有液态锂电池产线的改造周期，跟踪指标为固态电解质中试线投产数量及车企定点合作公告。</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高压实磷酸铁锂正极材料成为</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固相法在高压实路线中优势明</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固态电池全球首个国际标准由</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高压实磷酸铁锂正极材料成为</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若高压实磷酸铁锂量产良率与成本控制达到规模化水平，则可能加速对中低端三元电池的替代，尤其在储能和A级以下电动车市场，跟踪指标为高压实产品在头部电池厂的</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浙江16万吨高压实磷酸铁锂项目落地，天赐材料有望率先量产并享受市场红利；国轩高科上半年净利润同比增长278%，动力电池市场份额升至全球第五；亿纬锂能千亿扩产项目引发市场关注。 [1][5][6]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项目落地标志着产能竞赛从规模转向技术含量，率先量产者有望绑定头部电池厂订单。国轩高科业绩高增反映铁锂需求旺盛，市场份额提升验证其客户结构优化。亿纬锂能千亿扩产显示头部企业仍在加码产能，行业集中度有望进一步提升。但需警惕产能过剩风险，技术领先者将获得超额利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天赐材料高压实产品率先通过头部电池厂认证并获批量订单，则可能带动其市占率显著提升，并迫使竞争对手加速技术追赶，跟踪指标为高压实产品在宁德时代、比亚迪等头部客户的导入公告及月度出货量；若亿纬锂能千亿扩产项目按计划投产，则可能加剧中低端市场竞争，行业洗牌加速，跟踪指标为在建产能投产进度及行业平均开工率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78%</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轩高科上半年净利润同比增长2</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公开信息：国轩高科上半年净利润同比增长278%，动力电池市场份额升至全球第五</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若天赐材料高压实产品率先通过头部电池厂认证并获批量订单，则可能带动其市占率显著提升，并迫使竞争对手加速技术追赶，跟踪指标为高压实产品在宁德时代、比亚迪</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行业盈利分化加剧：国轩高科净利润同比增278%，显示头部企业盈利能力强劲；但高压实产品量产初期成本较高，可能压缩短期利润空间。电池税新政出台，可能影响新能源重卡销量，间接影响铁锂需求。 [5][7]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头部企业盈利高增与行业整体可能存在的价格战形成对比，技术溢价成为盈利关键。高压实产品量产初期良率爬坡将推高成本，但率先量产者可通过技术溢价对冲。电池税新政若推高重卡购置成本，可能短期抑制需求，但长期看碳排放压力仍将驱动电动化。盈利分化将加速行业洗牌，缺乏技术优势的企业面临出清风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量产良率快速爬坡至90%以上，则可能实现成本下降并扩大盈利优势，跟踪指标为企业披露的良率数据及单吨毛利变化；若电池税新政导致新能源重卡销量连续两月环比下滑，则可能阶段性压制铁锂需求，但若政策配套补贴出台，则可能形成V型反转，跟踪指标为重卡月度销量数据及政策调整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78%</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国轩高科净利润同比增2</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公开信息：行业盈利分化加剧：国轩高科净利润同比增278%，显示头部企</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90%</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以上</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公开信息：若高压实产品量产良率快速爬坡至90%以上，则可能实现成本下</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若高压实产品量产良率快速爬坡至90%以上，则可能实现成本下降并扩大盈利优势，跟踪指标为企业披露的良率数据及单吨毛利变化</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中国牵头固态电池全球首个国际标准立项，提升行业标准话语权；沈阳市发布新能源公交车及动力电池更新实施方案，地方补贴政策持续加码；电池税新政出台，需关注对商用车电动化的影响。 [2][8][7]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依据：[2][8][7]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国际标准立项是中国电池产业从跟随到引领的标志性事件，有利于中国企业在全球竞争中占据规则制定优势。地方更新方案显示政策端仍在通过补贴刺激需求，但电池税新政可能形成对冲。政策组合拳下，行业规范化程度提升，合规成本增加，利好头部企业。需关注电池税具体征收细则及地方补贴的可持续性。</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国际标准正式发布并获主要经济体采纳，则可能重塑全球电池贸易规则，中国企业在标准专利方面占据先机，跟踪指标为标准发布进度及各国采纳情况；若电池税新政在重卡领域实施后出现销量大幅下滑，则可能促使政策调整或出台过渡性补贴，跟踪指标为政策实施后首月销量数据及行业协会反馈。</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中国牵头固态电池全球首个国际标准立</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沈阳市发布新能源公交车及动力电池更</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电池税新政出台，需关注对商用车电动</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若固态电池国际标准正式发布并获主要经济体采纳，则可能重塑全球电池贸易规则，中国企业在标准专利方面占据先机，跟踪指标为标准发布进度及各国采纳情况</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国轩高科动力电池市场份额升至全球第五，净利润同比增278%；亿纬锂能千亿扩产引发关注；比亚迪二代刀片电池安全性受关注；赣州废旧动力电池综合利用企业数量全国居首，回收产业集聚效应显现。 [5][6][9][3]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依据：[5][6][9][3]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国轩高科份额提升与业绩高增，显示二线电池厂正在缩小与头部差距。亿纬锂能千亿扩产显示其押注储能与动力双赛道。比亚迪刀片电池持续迭代，巩固铁锂技术领先。回收产业在赣州集聚，形成新的竞争维度。行业竞争从单一产品扩展到技术、产能、回收全链条，综合实力成为决胜关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国轩高科保持当前增速，则可能进一步缩小与宁德时代、比亚迪的差距，进入全球前三，跟踪指标为季度装机量及海外客户拓展进展；若亿纬锂能千亿扩产项目顺利投产，则可能改变行业产能格局，对二线厂商形成挤压，跟踪指标为项目投产进度及新签订单情况；若赣州回收产业持续集聚，则可能形成回收-材料-电池的区域闭环，降低综合成本，跟踪指标为回收企业数量及处理能力增长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78%</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净利润同比增2</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公开信息：国轩高科动力电池市场份额升至全球第五，净利润同比增278%</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若国轩高科保持当前增速，则可能进一步缩小与宁德时代、比亚迪的差距，进入全球前三，跟踪指标为季度装机量及海外客户拓展进展</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机会：高压实产品量产、固态电池标准引领、回收产业集聚。风险：电池税新政抑制需求、产能过剩、技术路线切换。观察：天赐材料量产进度、国轩高科份额变化、亿纬扩产落地、电池税实施效果。 [1][2][7][3]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依据：[1][2][7][3]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量产是短期最确定的机会，率先突破者将获超额收益。固态电池标准是中长期战略机会，但产业化尚需时日。回收产业集聚是政策与市场双驱动的确定性机会。风险方面，电池税新政可能短期冲击需求，产能过剩隐忧仍在，固态电池技术若加速成熟可能对现有铁锂投资形成沉没成本。需持续跟踪关键企业动态与政策落地效果。</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量产顺利且获大客户订单，则相关企业盈利弹性显著，跟踪指标为月度出货量及客户认证公告；若电池税新政实施后重卡电动化率不降反升，则说明政策设计合理，行业需求韧性超预期，跟踪指标为季度电动化率数据；若固态电池中试线建设数量在标准发布后半年内超过10条，则产业化进程可能快于预期，对现有铁锂产能估值形成压制，跟踪指标为中试线投产公告及车企合作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机会：高压实产品量产、</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风险：电池税新政抑制需</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观察：天赐材料量产进度</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观察：天赐材料量产进度</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若高压实产品量产顺利且获大客户订单，则相关企业盈利弹性显著，跟踪指标为月度出货量及客户认证公告</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16万吨高压实磷酸铁锂项目落地浙江</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xOQJml35U9-QedGs5l0zEMumUQGLOj9aVqXa8Fplpd9aeM8WzYFkJJ9rUTG7GcI5BMI7t4YVhoBn_AEf12IiP4O1FMWL9KO6KxAB0d1RWwn1FyavTwEhA-iFS9yyIR_JYF_fMYvOKowAEyuoOgv3NGMag3WB06MqP8ZUFbeLWeOCwtw7Xo88svKXFL9Bxi6FCUstnGjkBTh3g4zzQq4F1ZS6t2rFt2rnA..&amp;type=2&amp;query=%E9%93%81%E9%94%82 %E9%AB%98%E5%8E%8B%E5%AE%9E %E6%AD%A3%E6%9E%81%E6%9D%90%E6%96%99 %E9%87%8F%E4%BA%A7&amp;token=8AAF921F3C33DC6A7D7824A99DB6919E7EB814D66A8CED8E</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中国牵头！固态电池全球首个国际标准立项产业化窗口正加速开启(附股)_证</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http://news.cnfol.com/zhengquanyaowen/20260824/32344493.shtml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赣州废旧动力电池综合利用企业数量全国居首 - 凤凰网江西</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https://news.google.com/rss/articles/CBMiSkFVX3lxTE1BcWpla3d2a3g4NHhSSWNsMGItSG1hQzNlTjVuSTBVcnRfRVRPQVIyZkdLbVo1RlY2enBqMFE4YllOdkI0MnlCYWVR?oc=5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磷酸铁锂正极材料生产和工艺控制要点、难点全解析</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xOQJml35U9-QedGs5l0zEMumUQGLOj9aVqXa8Fplpd9r3iBeLIGYEgIV-mpC92IGUwO8wNowb7DrY0pTRnU-jdmbXDJhW4OGxOUhu2F69GhA7wR7aJdW3VW-vbi-uwWFuiMfX225GEF-EnLFGJxysTzJGMqTL2E8vWAhtDR9shS3z07wBbFWAOs5qcg9iVHrUoUdCMOs69ndzuAlFJuhDiAFV_3u-a3OQ..&amp;type=2&amp;query=%E9%93%81%E9%94%82 %E9%AB%98%E5%8E%8B%E5%AE%9E %E6%AD%A3%E6%9E%81%E6%9D%90%E6%96%99 %E9%87%8F%E4%BA%A7&amp;token=8AAF921F3C33DC6A7D7824A99DB6919E7EB814D66A8CED8E</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国轩高科上半年净利润同比增长278%，动力电池市场份额升至全球第五|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https://news.google.com/rss/articles/CBMiVkFVX3lxTFBzMVNwNlRYS1h0S2I5SFZITEZrTVlTODFwcEJCT3M0d1htMVpfRjZCbmhVTGZzcl9WUHVNX0VTc0FlX0JmV0VMejJnN080R09HWUw3dXJ3?oc=5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亿纬锂能：千亿豪赌成色如何？</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https://caifuhao.eastmoney.com/news/20260824103614068760570</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调查：电池税新政出台，会影响新能源重卡销量吗？</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https://chejiahao.autohome.com.cn/info/26282866</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关于印发《2026年沈阳市新能源城市公交车及动力电池更新工作实施方案》</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https://news.google.com/rss/articles/CBMiV0FVX3lxTFBkSTNPV2N2RU8xdG00dG9GY29kSk13SWRUbHd5Skh1YU41WnNtOGQ0eXQ1MkY5TFBJc2Y4VU1CSHdqVW1fTUoxc0lSS3dzeGtEUjFJRVZpRQ?oc=5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比亚迪海鸥2026款二代刀片电池的安全性如何？</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https://k.sina.com.cn/article_7879777161_1d5abdb8906801lqju.html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【正极材料周报】钛能化学/天赐材料扩产磷酸铁锂！湖南裕能/盛新锂能募资</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https://www.itdcw.com/news/dczk/0QG5I362026.html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【正极材料周报】锂资源收购并购频传动态！​7月正极领域新增投资超321</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https://www.itdcw.com/news/dczk/0R415J632026.html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川发龙蟒：关于终止全资子公司德阳川发龙蟒新材料有限公司合作建设17.5</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https://xp.stcn.com/index/pdf?id=1227511906&amp;stock_code=002312&amp;type=rm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2026-08-25</dc:title>
  <dc:subject>LFP daily briefing</dc:subject>
  <dc:creator>lifepo4_brief</dc:creator>
  <cp:lastModifiedBy>lifepo4_brief</cp:lastModifiedBy>
  <cp:revision>1</cp:revision>
  <dcterms:created xsi:type="dcterms:W3CDTF">2026-08-25T01:20:12Z</dcterms:created>
  <dcterms:modified xsi:type="dcterms:W3CDTF">2026-08-25T01:20:12Z</dcterms:modified>
</cp:coreProperties>
</file>