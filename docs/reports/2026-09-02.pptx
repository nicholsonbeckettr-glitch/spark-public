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聚焦于高压实产品溢价、新产能投产及政策影响。湖南裕能净利润增超8.5倍，凸显高端产品竞争力；协鑫科技乐山一期项目投产，含税均价60320元/吨，显示新玩家进入。同时，锂电池消费税开征增加成本，印度50GWh项目因技术转让受阻，凸显中国LFP技术主导地位。行业整体呈现高端化、产能扩张与政策成本压力并存的格局。</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今日磷酸铁锂行业聚焦于高压实产品溢价、新产能投产及政策影响。湖南裕能净利润增超8.5倍，凸显高端产品竞争力；协鑫科技乐山一期项目投产，含税均价</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今日磷酸铁锂行业聚焦于高压实产品溢价、新产能投产及政策影响。湖南裕能净利润增超8.5倍，凸显高端产品竞争力；协鑫科技乐山一期项目投产，含税均价</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湖南裕能净利润增超8.5倍，验证高压实产品溢价能力；协鑫科技乐山一期投产，含税均价60320元/吨，新产能入市或加剧竞争。锂电池消费税开征增加成本，印度50GWh项目因技术转</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877824"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湖南裕能净利润增超8.5倍，其核心竞争力在于高端高压实产品的先发溢价，表明市场对高能量密度磷酸铁锂正极材料需求强劲。技术路线正从常规型向高压实、高容量产品演进。</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协鑫科技乐山一期磷酸铁锂项目投产，含税均价60320元/吨；韩系巨头获9GWh磷酸铁锂电池订单，并在美布局约100GWh产能。显示新产能持续释放，同时海外订单需求旺盛。</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[2][5]</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磷酸、亚铁原料价格回落，磷酸铁涨价缺少成本支撑；锂电池消费税开征，每块电池多交2%税。成本端支撑减弱与税收增加，对中游材料厂和电芯厂盈利形成双向压力。</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[6][3]</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今日磷酸铁锂行业聚焦于高压实产品溢价、新产能投产及政策影响。湖南裕能净利润增超8.5倍，凸显高端产品竞争力；协鑫科技乐山一期项目投产，含税均价</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净利润增超8.5倍，验证高压实产品溢价能力；协鑫科技乐山一期投产，含税均价60320元/吨，新产能入市或加剧竞争。锂电池消费税开征增加成本，印度50GWh项目因技术转让受阻，凸显中国LFP技术主导地位。行业高端化趋势明确，但成本与竞争压力并存。 [1][2][3][4]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的高增长与协鑫科技的新产能投产形成对比，前者凭借高压实产品获得溢价，后者以新玩家身份入局，可能改变市场格局。消费税开征直接增加电芯成本，而印度项目受阻则反映技术出口限制的影响。这些信号共同指向行业正从规模竞争转向技术与成本的双重竞争，需关注新产能的爬坡进度及成本控制能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协鑫科技新产能顺利爬坡并实现成本控制，则可能对现有二线厂商形成价格压力，需跟踪其月度产量与单吨成本数据；若消费税成本成功传导至终端，则可能短期压缩电芯厂毛利，需观察电池企业Q3财报毛利率变化。证据边界为当前公开报道，未涵盖企业未披露的详细成本结构。</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湖南裕能净利润增超8.5倍</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协鑫科技乐山一期投产，含税</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锂电池消费税开征增加成本，</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湖南裕能净利润增超8.5倍</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若协鑫科技新产能顺利爬坡并实现成本控制，则可能对现有二线厂商形成价格压力，需跟踪其月度产量与单吨成本数据</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湖南裕能净利润增超8.5倍，其核心竞争力在于高端高压实产品的先发溢价，表明市场对高能量密度磷酸铁锂正极材料需求强劲。技术路线正从常规型向高压实、高容量产品演进。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的业绩表现直接验证了高压实产品路线的商业成功。其“资源-前驱体-正极”一体化布局是成本与品质控制的关键。该信号表明，具备技术领先性和一体化能力的企业将在竞争中胜出，而单纯依赖常规产品的厂商可能面临盈利压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若高压实产品持续获得溢价，则可能吸引更多厂商跟进研发，加速技术迭代，需跟踪头部企业高压实产品出货占比及新品发布节奏。证据边界为湖南裕能单家财报，需更多同业数据验证趋势普遍性。</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湖南裕能净利润增超8.</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技术路线正从常规型向高</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[1] 湖南裕能的业绩</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[1] 湖南裕能的业绩</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若高压实产品持续获得溢价，则可能吸引更多厂商跟进研发，加速技术迭代，需跟踪头部企业高压实产品出货占比及新品发布节奏</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协鑫科技乐山一期磷酸铁锂项目投产，含税均价60320元/吨；韩系巨头获9GWh磷酸铁锂电池订单，并在美布局约100GWh产能。显示新产能持续释放，同时海外订单需求旺盛。 [2][5]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科技作为新玩家投产，其60320元/吨的均价可作为市场价格参考，其产能释放将增加市场供给。韩系巨头获得9GWh订单并布局美国产能，表明海外市场需求强劲，且中国LFP技术输出或通过韩国厂商间接实现。这两者共同指向行业产能扩张与全球化布局并行。</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协鑫科技产能持续释放且价格稳定，则可能对现有厂商市场份额形成挤压，需跟踪其后续季度出货量及客户结构；若韩系巨头美国产能顺利落地，则可能重塑北美供应链格局，需关注其建设进度及本土化率要求。证据边界为公开订单与投产新闻，未涉及具体客户合同细节。</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产能</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协鑫科技乐山一期磷酸铁锂项目投产，</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客户</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韩系巨头获9GWh磷酸铁锂电池订单</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落地</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显示新产能持续释放，同时海外订单需</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若协鑫科技产能持续释放且价格稳定，则可能对现有厂商市场份额形成挤压，需跟踪其后续季度出货量及客户结构</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磷酸、亚铁原料价格回落，磷酸铁涨价缺少成本支撑；锂电池消费税开征，每块电池多交2%税。成本端支撑减弱与税收增加，对中游材料厂和电芯厂盈利形成双向压力。 [6][3]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原料价格回落本应利好材料厂成本，但同时也削弱了产品涨价空间，导致盈利改善有限。消费税开征直接增加电芯制造成本，该成本或由电池厂承担或向车企传导。湖南裕能的高增长与行业整体压力并存，表明盈利分化加剧，具备一体化与高端产品结构的企业更能抵御压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原料价格持续低位且消费税落地执行，则可能压缩无一体化优势的中小厂商利润空间，加速行业洗牌，需跟踪Q3材料厂与电芯厂毛利率变化及行业开工率。证据边界为当前原料价格与政策文件，未量化税收对终端售价的具体影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2%</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每块电池多交</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公开信息：锂电池消费税开征，每块电池多交2%税</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若原料价格持续低位且消费税落地执行，则可能压缩无一体化优势的中小厂商利润空间，加速行业洗牌，需跟踪Q3材料厂与电芯厂毛利率变化及行业开工率</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锂电池消费税今日开征，增加2%成本；印度50GWh电池项目因中国不转让LFP技术受阻，凸显技术出口限制影响。国内政策加码绿色消费，电池回收产业利润增长。 [3][4][7][8]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依据：[3][4][7][8]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消费税开征是明确的政策成本，影响所有电池厂商。印度项目受阻表明中国在LFP技术上的主导地位及技术转让的敏感性，可能影响中国企业在海外的技术合作模式。同时，国内绿色消费政策与电池回收产业利润增长，显示政策端在鼓励循环经济，可能为行业带来新的增长点。</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消费税成本无法有效传导，则可能影响电池厂扩产意愿，需关注下游车企接受度及电池厂调价公告；若技术出口限制持续，则可能促使海外客户寻求替代技术路线，需跟踪印度及其他地区LFP本土化生产进展。证据边界为政策原文与新闻报道，未涉及具体企业应对策略。</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锂电池消费税今日开征，增加2%成本</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印度50GWh电池项目因中国不转让</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国内政策加码绿色消费，电池回收产业</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若消费税成本无法有效传导，则可能影响电池厂扩产意愿，需关注下游车企接受度及电池厂调价公告</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湖南裕能净利润增超8.5倍，巩固龙头地位；协鑫科技新产能投产，成为新进入者；韩系巨头获大单并布局美国产能，构成海外竞争力量。行业竞争格局呈现龙头强化、新玩家入局、海外扩产并存态势。 [1][2][5]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的高增长与协鑫科技的新产能形成直接竞争，前者以技术和一体化见长，后者可能依托颗粒硅业务协同与成本控制。韩系巨头的美国产能布局，则是在中国供应链之外建立替代选择。这些竞争动态表明，行业竞争已从单一价格战转向技术、成本、全球化布局的多维竞争。</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协鑫科技产能利用率快速提升，则可能改变市场供应格局，需跟踪其月度产量与客户导入情况；若韩系巨头美国工厂投产，则可能影响中国LFP材料出口，需关注美国本土供应链建设及政策变化。证据边界为公开报道，未包含各竞品未公开的成本与客户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湖南裕能净利润增超8.5倍</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协鑫科技新产能投产，成为新</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韩系巨头获大单并布局美国产</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湖南裕能净利润增超8.5倍</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若协鑫科技产能利用率快速提升，则可能改变市场供应格局，需跟踪其月度产量与客户导入情况</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6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风险：消费税增加成本、原料降价削弱涨价逻辑、新产能加剧竞争。机会：高压实产品溢价、海外订单需求、电池回收产业增长。观察：固态电池国际标准制定、世界动力电池大会催化。 [3][6][5][8][9][10]</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依据：[3][6][5][8][9][10]</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面临成本与竞争的双重风险，但高压实产品、海外市场与回收利用提供了结构性机会。固态电池标准制定与大会可能带来技术路线变化的预期，但短期对LFP影响有限。需重点关注成本传导、新产能消化及技术迭代速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固态电池标准落地并加速产业化，则可能在中长期对LFP形成技术替代压力，但短期影响有限，需关注固态电池量产时间表及成本下降曲线；若电池回收政策持续加码，则可能催生新的商业模式，需跟踪回收技术与渠道布局。证据边界为当前政策与新闻，未涉及技术成熟度的详细评估。</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风险：消费税增加成本、原料</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机会：高压实产品溢价、海外</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观察：固态电池国际标准制定</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风险：消费税增加成本、原料</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若固态电池标准落地并加速产业化，则可能在中长期对LFP形成技术替代压力，但短期影响有限，需关注固态电池量产时间表及成本下降曲线</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铁锂材料龙头湖南裕能净利润增长超8.5倍,其市场占有率、产能布局及核心</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wjkFw5D-fMyt4JnMuMxtuLViaqexe7iJVqXa8Fplpd9-hifdAqUpk-DwBm4pOyFZAItmSVlW98N2qM-SOJCD2fUTq2qGC_f52mGnGwbXBERWUaNxIphrwHTcGgUntOJInuWvrKBZUaEWfUgO2VRtYv44Rb3twHCjA2acHMXkq7kgbJOHU5JrjrlGUcpZ5EgjTyP0sDxw_KDxx-GteKk65LYl_Q5RRZQjg..&amp;type=2&amp;query=%E9%93%81%E9%94%82 %E9%AB%98%E5%8E%8B%E5%AE%9E %E6%AD%A3%E6%9E%81%E6%9D%90%E6%96%99 %E9%87%8F%E4%BA%A7&amp;token=C6FDB6F1BEB171AF9B9CC1EDE414A9339B387B506A9784D4</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协鑫科技乐山一期磷酸铁锂项目投产 含税均价60320元/吨 - gua</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https://news.google.com/rss/articles/CBMiYkFVX3lxTE5WZTRUTy1lMnZ2TDZtWWxZZlFXYU0zcGlYLWlrU2FGdS0tbU0tcWNFNks3VXZHOTE3UzNmaWt3dTMzT2lHeFo4Y25GOTJhSkRsU2xlenNweGhqX1hUS05lWmRB?oc=5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电池消费税今天开征：每块锂电池多交2%的税，电车真要涨价？</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https://chejiahao.autohome.com.cn/info/26352969</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金砖峰会前夕！印企50GWh电池项目受阻，竟怪中国不转让LFP技术？ </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https://news.google.com/rss/articles/CBMif0FVX3lxTE1qT2VrdUViMkFLUXhYc21CY0M2aDliYnFVNWJBekZzempSTldXOUNXcldjVGJ6Q3IxVUxPRWVKV3VjRndqUTZBRUZob1pfVXI4OG9uczlzal9KXzRlam1HdmdTNWlMU0NYSWFNTWg5QV9NSGdxeTdaQ3E4SUVLYXM?oc=5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韩系巨头获9GWh磷酸铁锂电池订单 已在美布局约100GWh产能 - </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https://news.google.com/rss/articles/CBMiX0FVX3lxTFBDTGpocHZ0Rk93UXdUcmg1VmFUTWdlQkw0T2NfR1Q0MUlIcWFJQk9UWnduUGdCT1lWdGREdTNWMHhSRUxMbkM0c2QtcFk2ckQ4UmJvcHpQNHIyUlFTRkFn?oc=5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聚焦产业拐点|鑫椤资讯 2026 磷酸铁锂闭门沙龙于长沙圆满落幕</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wjkFw5D-fMyyW721r7GBsTViaqexe7iJVqXa8Fplpd9oFmypH7WAaHOSS7OJNAEt5MjesgcyhER-nI2uOTcFFKIxVkjpwjJ0RcWKRMLGnLPBx_tbBva-pJxegdbbr2nuai8wmsoIQ9ONSMHc-mwFP17ccNjgPirC_aVrcSZCpiOX_SpkGKubYANAv48wfmBg-6JDOR-ilDTsEJQF9w2QOUtPujwwRB2Pw..&amp;type=2&amp;query=%E7%A3%B7%E9%85%B8%E9%93%81%E9%94%82 %E8%AE%A2%E5%8D%95 %E5%AE%A2%E6%88%B7 %E5%8A%A8%E5%8A%9B%E7%94%B5%E6%B1%A0&amp;token=C6FDAF5E89864798ADABF6DAD2D080CDAD3DAC9E6A9784D3</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新能源汽车再获政策加码：绿色消费不是选择题，而是必答题</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http://auto.news18a.com/news/storys_292632.html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再生资源产业利润大幅增长‌，现存物资回收相关企业超22万家</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https://finance.sina.com.cn/roll/2026-09-01/doc-iniqhwmv6633871.shtml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在固态电池领域，我国首次牵头制定国际标准</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https://www.66wz.com/wendu/system/2026/09/01/105831556.shtml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世界动力电池大会即将举办 固态电池板块有望迎来全新催化 - 中金在线</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https://news.google.com/rss/articles/CBMickFVX3lxTE5rM2I5ZjdHYWhjR3JlS25JSkdyeDBSRnY0d0xkZjViN0lDRXBVNl9QU2JsYmh0R2FtN1VlMlRFdUtkN1RaZEJfaTd3UWlTSTljVE5BLU1GekxBYm1sVmp4Qk9mMnVsZ0VwTXVDcWV6a1R0dw?oc=5</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关于公开征求全国动力电池回收利用标准化技术委员会组建委员名单意见的公示</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https://www.miit.gov.cn/gzcy/yjzj/art/2026/art_e9c023758a2d4dd5aa00fee95a653b90.html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关于公开征求《锂离子电池正极材料前驱体单位产品能源消耗限额》等15项行</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https://www.miit.gov.cn/zwgk/wjgs/art/2026/art_7ac0ab73c8a84530ab8fdda120d4a005.html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2026-09-02</dc:title>
  <dc:subject>LFP daily briefing</dc:subject>
  <dc:creator>lifepo4_brief</dc:creator>
  <cp:lastModifiedBy>lifepo4_brief</cp:lastModifiedBy>
  <cp:revision>1</cp:revision>
  <dcterms:created xsi:type="dcterms:W3CDTF">2026-09-02T02:08:14Z</dcterms:created>
  <dcterms:modified xsi:type="dcterms:W3CDTF">2026-09-02T02:08:14Z</dcterms:modified>
</cp:coreProperties>
</file>