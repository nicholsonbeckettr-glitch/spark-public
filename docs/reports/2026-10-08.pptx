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集中在高压实产品供给偏紧与动力电池回收政策收紧。容百科技磷酸铁锂项目正式量产，四代高压实及五代超高压实材料供给偏紧，头部企业高端产能稀缺；同时超九成动力电池回收企业面临出局，回收端门槛提升可能影响长期原料供给结构。短期关注高压实产品放量节奏与回收政策执行力度，二者分别从供给端和成本端影响行业格局。</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今日磷酸铁锂行业信号集中在高压实产品供给偏紧与动力电池回收政策收紧。容百科技磷酸铁锂项目正式量产，四代高压实及五代超高压实材料供给偏紧，头部企</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今日磷酸铁锂行业信号集中在高压实产品供给偏紧与动力电池回收政策收紧。容百科技磷酸铁锂项目正式量产，四代高压实及五代超高压实材料供给偏紧，头部企</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1316736"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容百科技磷酸铁锂项目正式进入量产阶段，四代高压实产品及五代超高压实材料供给偏紧，头部企业高端产能稀缺；同时动力电池回收政策趋严，超九成回收企业或出局，回收端门槛提升可能影响长</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磷酸铁锂量产工艺压实密度可达2.5 g/cm³及以上，四代高压实产品及五代超高压实材料供给偏紧；磷酸锰铁锂（LMFP）暂不适合大面积替代磷酸铁锂，因其正极良率与成本尚未降至接</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877824"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容百科技磷酸铁锂项目正式进入量产阶段，标志着其在磷酸铁锂领域完成从建设到出货的关键跨越；四代高压实产品及五代超高压实材料供给偏紧，头部企业高端产能稀缺。量产落地可能改变现有磷</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四代高压实产品及五代超高压实材料供给偏紧，头部企业高端产能稀缺，可能支撑高压实产品价格相对坚挺；但普通磷酸铁锂产品仍面临产能过剩压力，行业盈利分化加剧。高压实产品溢价能否持续</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今日磷酸铁锂行业信号集中在高压实产品供给偏紧与动力电池回收政策收紧。容百科技磷酸铁锂项目正式量产，四代高压实及五代超高压实材料供给偏紧，头部企</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磷酸铁锂项目正式进入量产阶段，四代高压实产品及五代超高压实材料供给偏紧，头部企业高端产能稀缺；同时动力电池回收政策趋严，超九成回收企业或出局，回收端门槛提升可能影响长期锂资源供给结构。高压实产品放量与回收政策收紧分别从供给端和成本端塑造行业格局，短期高端产能仍是竞争焦点。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上述信号来自公众号项目更新与政策类新闻，二者共同指向磷酸铁锂行业的结构性变化：高压实产品供给偏紧意味着头部企业在高端市场的定价权可能增强，而回收企业出局则可能推高长期原料成本并加速行业集中。需要验证的是容百科技量产的实际爬坡速度、高压实产品的具体客户导入情况，以及回收政策的具体执行细则和对锂盐供给的实际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容百科技高压实产品量产顺利且回收政策严格执行，则高端磷酸铁锂供给紧张可能延续，头部企业盈利韧性增强，而回收端出清可能推高长期锂盐成本；跟踪指标包括容百月度出货量、高压实产品报价、回收企业退出数量及锂盐现货价格；证据边界限于当前公开信息，实际执行节奏可能受下游需求和政策落地进度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容百科技磷酸铁锂项目正式进</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同时动力电池回收政策趋严，</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高压实产品放量与回收政策收</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容百科技磷酸铁锂项目正式进</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若容百科技高压实产品量产顺利且回收政策严格执行，则高端磷酸铁锂供给紧张可能延续，头部企业盈利韧性增强，而回收端出清可能推高长期锂盐成本</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磷酸铁锂量产工艺压实密度可达2.5 g/cm³及以上，四代高压实产品及五代超高压实材料供给偏紧；磷酸锰铁锂（LMFP）暂不适合大面积替代磷酸铁锂，因其正极良率与成本尚未降至接近高压实LFP水平。高压实路线仍是当前技术竞争主线，LMFP商业化仍需时间。 [3]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信号来自公众号技术讨论，与容百科技量产项目形成呼应：高压实产品供给偏紧说明头部企业技术壁垒正在转化为市场优势，而LMFP替代受限则意味着磷酸铁锂体系在中期内仍将主导中低端市场。需要进一步验证的是高压实产品的具体压实密度分布、下游电池厂接受度，以及LMFP在良率和成本上的改进速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供给持续偏紧且LMFP良率成本改善缓慢，则磷酸铁锂高端产能溢价可能维持，头部材料企业技术护城河加深；跟踪指标包括高压实产品月度报价、LMFP量产良率数据及电池厂技术路线切换公告；证据边界在于当前信息多来自行业讨论，实际技术进展需以企业公告和第三方检测为准。</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磷酸铁锂量产工艺压实密度可</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磷酸锰铁锂（LMFP）暂不</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高压实路线仍是当前技术竞争</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磷酸铁锂量产工艺压实密度可</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若高压实产品供给持续偏紧且LMFP良率成本改善缓慢，则磷酸铁锂高端产能溢价可能维持，头部材料企业技术护城河加深</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磷酸铁锂项目正式进入量产阶段，标志着其在磷酸铁锂领域完成从建设到出货的关键跨越；四代高压实产品及五代超高压实材料供给偏紧，头部企业高端产能稀缺。量产落地可能改变现有磷酸铁锂正极材料供应格局，高端产品客户争夺将更激烈。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信号与今日结论中的高压实供给偏紧直接相关：容百科技量产意味着高端产能增量有限，短期内供给紧张难以缓解，头部企业可能优先保障战略客户。需要验证的是容百科技量产线的实际产能爬坡计划、已锁定的客户名单及订单规模，以及其产品是否已通过主流电池厂验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容百科技量产顺利且下游客户导入加速，则磷酸铁锂高端正极材料供给格局可能向头部集中，二线企业获取高端订单难度加大；跟踪指标包括容百月度出货量、客户公告及高压实产品市占率变化；证据边界在于量产初期实际产出可能低于规划，客户验证周期存在不确定性。</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容百科技磷酸铁锂项目正式进入量产阶</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四代高压实产品及五代超高压实材料供</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量产落地可能改变现有磷酸铁锂正极材</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若容百科技量产顺利且下游客户导入加速，则磷酸铁锂高端正极材料供给格局可能向头部集中，二线企业获取高端订单难度加大</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四代高压实产品及五代超高压实材料供给偏紧，头部企业高端产能稀缺，可能支撑高压实产品价格相对坚挺；但普通磷酸铁锂产品仍面临产能过剩压力，行业盈利分化加剧。高压实产品溢价能否持续取决于下游需求增速与新增产能释放节奏。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判断基于高压实供给偏紧与行业整体产能过剩并存的背景：高端产品稀缺性可能带来阶段性溢价，但普通产品价格战可能拖累行业整体盈利。需要验证的是高压实产品与普通产品的价差走势、下游电池厂对高压实产品的接受度及采购比例，以及新增高压实产能的投产时间表。</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供给紧张延续且下游需求保持增长，则高压实产品价格溢价可能维持，头部企业盈利韧性优于行业平均；跟踪指标包括高压实与普通产品价差、头部企业毛利率及新增产能投产进度；证据边界在于价格数据多来自行业交流，实际成交价可能因客户结构差异而不同。</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四代高压实产品及五代超高压</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但普通磷酸铁锂产品仍面临产</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高压实产品溢价能否持续取决</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四代高压实产品及五代超高压</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若高压实产品供给紧张延续且下游需求保持增长，则高压实产品价格溢价可能维持，头部企业盈利韧性优于行业平均</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超九成动力电池回收企业将出局，从“二手复用”到“回炉重炼”面临核心技术和资金门槛；同时新型电池鼓励政策落地，政策端呈现“鼓励先进、淘汰落后”的双向调节。回收端出清可能短期减少锂盐供给，长期提升行业规范度，但中小企业退出可能带来就业和区域经济压力。 [2][4]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信号与今日结论中的回收政策收紧直接相关：回收企业大量出局意味着锂资源循环利用效率短期下降，可能推高锂盐现货价格，进而传导至磷酸铁锂正极材料成本。需要验证的是政策执行的具体时间表、回收企业退出的实际数量及锂盐供给缺口的量化影响，以及新型电池鼓励政策对磷酸铁锂技术路线的具体支持方向。</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回收企业出清速度超预期且锂盐供给缺口扩大，则磷酸铁锂正极材料成本可能面临上行压力，头部企业凭借规模优势可能进一步巩固地位；跟踪指标包括回收企业退出数量、锂盐现货价格及政策执行细则；证据边界在于政策落地节奏和实际执行力度可能因地方差异而不同。</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超九成动力电池回收企业将出局，从“</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同时新型电池鼓励政策落地，政策端呈</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回收端出清可能短期减少锂盐供给，长</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若回收企业出清速度超预期且锂盐供给缺口扩大，则磷酸铁锂正极材料成本可能面临上行压力，头部企业凭借规模优势可能进一步巩固地位</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锰铁锂（LMFP）暂不适合大面积替代磷酸铁锂，因其正极良率与成本尚未降至接近高压实LFP水平；高压实磷酸铁锂仍是当前主流技术路线，LMFP商业化仍需突破良率和成本瓶颈。竞品替代压力短期有限，但长期需关注LMFP技术进步。 [3]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该信号与今日技术路线判断一致：LMFP替代受限意味着磷酸铁锂体系在中期内仍将主导，头部磷酸铁锂材料企业的技术投入可能继续聚焦高压实方向。需要验证的是LMFP在良率和成本上的改进速度、是否有头部电池厂启动LMFP量产导入，以及LMFP在特定应用场景（如高能量密度需求）的渗透情况。</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LMFP良率与成本在未来1-2年内未能显著改善，则磷酸铁锂高压实路线的主导地位可能延续，相关材料企业技术投资回报确定性较高；跟踪指标包括LMFP量产良率、成本对比数据及电池厂技术路线公告；证据边界在于当前LMFP进展信息有限，实际突破可能快于或慢于预期。</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磷酸锰铁锂（LMFP）暂不</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高压实磷酸铁锂仍是当前主流</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竞品替代压力短期有限，但长</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磷酸锰铁锂（LMFP）暂不</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若LMFP良率与成本在未来1-2年内未能显著改善，则磷酸铁锂高压实路线的主导地位可能延续，相关材料企业技术投资回报确定性较高</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方面，动力电池回收企业大量出清可能短期推高锂盐成本，叠加普通磷酸铁锂产能过剩，行业盈利分化加剧；机会方面，高压实产品供给偏紧为头部企业提供溢价空间，容百科技量产落地可能带来客户导入加速。需持续观察回收政策执行力度、高压实产品放量节奏及LMFP技术进展。 [2][1]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综合今日所有信号，磷酸铁锂行业正处于结构性分化阶段：高端产能稀缺与低端产能过剩并存，回收政策收紧从成本端施加压力，技术路线竞争（高压实vs LMFP）决定中期格局。需要验证的是回收政策对锂盐供给的实际影响量级、高压实产品下游需求增速，以及容百科技等头部企业的客户结构变化。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回收政策严格执行且高压实产品需求持续增长，则磷酸铁锂行业集中度可能进一步提升，头部企业同时受益于高端溢价和回收端出清带来的成本传导；跟踪指标包括锂盐现货价格、高压实产品月度出货量、回收企业退出数量及头部企业毛利率变化；证据边界在于政策执行和需求增长均存在不确定性，需持续跟踪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风险方面，动力电池回收企业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机会方面，高压实产品供给偏</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需持续观察回收政策执行力度</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风险方面，动力电池回收企业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若回收政策严格执行且高压实产品需求持续增长，则磷酸铁锂行业集中度可能进一步提升，头部企业同时受益于高端溢价和回收端出清带来的成本传导</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五大磷酸铁锂项目更新!</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zMET5g_tS2y_rWINMXuY0pYbqEr7EYmxVqXa8Fplpd9hXi5pLUEopenL42rR9NdNSrznjYv1UF5KdjlnUgKdVv-XZufgbzatjsGeVnUCfr_L3U7EzRQGk1ief2GdREqoX9Rafqsco6SadqA7Cs6zB0WcS0LJkNQKdLg6DlL2eQfZElQnvumonIcvUf4GU8JdAQeplzHbRMqyQ3FzmvlEwgHpHkoPMgL3A..&amp;type=2&amp;query=%E9%93%81%E9%94%82 %E9%AB%98%E5%8E%8B%E5%AE%9E %E6%AD%A3%E6%9E%81%E6%9D%90%E6%96%99 %E9%87%8F%E4%BA%A7&amp;token=E04E7EC8EF37DA5D696F34266CBAF3AA6AD6C1E36AC7113D</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超九成动力电池回收企业将出局？从“二手复用”到“回炉重炼”，企业面临核</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https://news.sina.com.cn/c/2026-10-08/doc-iniumumu5545614.shtml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LMFP磷酸锰铁锂 VS 磷酸铁锂相比有没有具体优势,有无商用量产可行</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zMET5g_tS2y_rWINMXuY0pYbqEr7EYmxVqXa8Fplpd99RQhbyr0BWIwTse5Rc-BrlHm8XAv8xrolEmys0dQJEDmzvr301MLB7zVXMkU8_ySQybOikrOZ55jLZD5hWP-FDmSVgyk5Nc7CiuEibCfn8EmNz6AHyEwk-IiHk7fKndEr-twBcdWVu2BU9qdSzfq_AoHab8AJz_KLRjSQvyft7ryPfCoem7FzA..&amp;type=2&amp;query=%E9%93%81%E9%94%82 %E9%AB%98%E5%8E%8B%E5%AE%9E %E6%AD%A3%E6%9E%81%E6%9D%90%E6%96%99 %E9%87%8F%E4%BA%A7&amp;token=E04E7EC8EF37DA5D696F34266CBAF3AA6AD6C1E36AC7113D</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机构：新型电池鼓励政策落地，CoreWeave上线RubinNVL72</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https://m.sohu.com/a/1084922028_121157270?scm=10001.325_13-325_13.0.0-0-0-0-0.5_1334</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【正极材料周报】湖南裕能再扩海外磷酸铁锂产能！星恒电源于四川广元落地材</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https://www.itdcw.com/news/dczk/092Q5QC2026.html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我国研发新型无钴高镍正极材料 显著提升快充效率与循环寿命_电池网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https://www.itdcw.com/news/focus/100415Rb2026.html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2026-10-08</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四部门关于开展2026年度享受增值税加计抵减政策的集成电路企业清单制定</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http://www.miit.gov.cn/zwgk/zcwj/wjfb/tz/art/2026/art_7d2e760b4be94217b8f55caec840b30d.html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友山科技</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https://www.youshan-tech.com/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江西升华</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https://www.shenghuaxc.com/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2026-10-08</dc:title>
  <dc:subject>LFP daily briefing</dc:subject>
  <dc:creator>lifepo4_brief</dc:creator>
  <cp:lastModifiedBy>lifepo4_brief</cp:lastModifiedBy>
  <cp:revision>1</cp:revision>
  <dcterms:created xsi:type="dcterms:W3CDTF">2026-10-08T03:44:38Z</dcterms:created>
  <dcterms:modified xsi:type="dcterms:W3CDTF">2026-10-08T03:44:38Z</dcterms:modified>
</cp:coreProperties>
</file>