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扩产与叫停并存、技术加速迭代、价格承压但挺价意愿强”的格局。多氟多发布同体积容量创纪录的大圆柱磷酸铁锂换电方案，技术突破显著；贵州毕节百万吨级项目一期即将投产，但川发龙蟒10万吨项目被叫停，显示行业投资分化。碳酸锂期货国际化落地，为价格发现提供新工具。工信部推动动力电池拆解安全国标及固态电池材料攻关，政策与合规风险上升。企业挺价意愿强烈，但二线企业仍普遍亏损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今日磷酸铁锂行业呈现“扩产与叫停并存、技术加速迭代、价格承压但挺价意愿强”的格局。多氟多发布同体积容量创纪录的大圆柱磷酸铁锂换电方案，技术突破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6656" y="1572768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扩产与叫停并存、技术加速迭代、价格承压但挺价意愿强”的格局。多氟多发布同体积容量创纪录的大圆柱磷酸铁锂换电方案，技术突破显著；贵州毕节百万吨级项目一期即将投产，但川发龙蟒10万吨项目被叫停，显示行业投资分化。碳酸锂期货国际化落地，为价格发现提供新工具。工信部推动动力电池拆解安全国标及固态电池材料攻关，政策与合规风险上升。企业挺价意愿强烈，但二线企业仍普遍亏损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17720" y="1225296"/>
            <a:ext cx="2971800" cy="1481328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225296"/>
            <a:ext cx="329184" cy="14813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624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0640" y="13624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0" y="168249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多氟多发布同体积容量创纪录的大圆柱磷酸铁锂换电方案，技术突破引领换电市场；贵州毕节百万吨级项目一期即将投产，但川发龙蟒10万吨项目被叫停，显示行业投资分化加剧。碳酸锂期货国际化落地，为价格发现提供新工具，但企业挺价意愿强烈，二线企业仍普遍亏损。工信部推动动力电池拆解安全国标及固态电池材料攻关，政策与合规风险上升。 [1][2][3][4]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2368296"/>
            <a:ext cx="1920240" cy="73152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225296"/>
            <a:ext cx="297180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225296"/>
            <a:ext cx="329184" cy="14813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3624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95360" y="13624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0" y="168249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两款大圆柱磷酸铁锂换电模组，实现同体积容量行业纪录突破，并通过通用化设计打通产业落地。协鑫锂电第五代高压实磷酸铁锂C18发布，采用一步物理干法技术，获“技术卓越奖”。磷酸锰铁锂（LMFP）技术专利分析显示其能量密度较LFP提升15%以上，成为重要技术方向。工信部明确加大固态电池正负极材料、固态电解质攻关，推动下一代技术发展。 [1][5][6][7]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95360" y="2368296"/>
            <a:ext cx="1920240" cy="73152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3273552"/>
            <a:ext cx="2971800" cy="1481328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273552"/>
            <a:ext cx="329184" cy="14813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41071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20640" y="3410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0" y="37307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扩张与叫停并存：贵州毕节百万吨级磷酸铁锂项目一期或8月投产，总投资73.23亿元；山西5万吨高压实磷酸铁锂项目开工；辽宁签约10万吨磷酸锰铁锂项目。但川发龙蟒终止10万吨磷酸铁锂项目，显示行业投资分化。金川瑞翔拟募资37.8亿元加码50万吨磷酸铁锂产能，创业板IPO获受理。蜂巢能源1-5月动力电池装车量增速达35.3%，蝉联全球第九。 [8][9][3][10][11]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20640" y="4416552"/>
            <a:ext cx="1920240" cy="73152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3273552"/>
            <a:ext cx="297180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3273552"/>
            <a:ext cx="329184" cy="14813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341071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95360" y="3410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95360" y="37307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挺价意愿强烈，头部企业满产，但二线企业仍普遍亏损。机构预测2026年供需紧平衡加剧，产业链价格有回升空间。瑞银大幅上调锂价预测，预计2026年碳酸锂价格达26,000美元/吨。广期所碳酸锂期货国际化落地，境外交易者可参与，有助于价格发现。永太科技锂电主业盈利大幅改善，半年报最高预增1245%，显示部分环节盈利修复。 [4][12][2][13]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95360" y="4416552"/>
            <a:ext cx="1920240" cy="73152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今日磷酸铁锂行业呈现“扩产与叫停并存、技术加速迭代、价格承压但挺价意愿强”的格局。多氟多发布同体积容量创纪录的大圆柱磷酸铁锂换电方案，技术突破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1/2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多氟多发布同体积容量创纪录的大圆柱磷酸铁锂换电方案，技术突破引领换电市场；贵州毕节百万吨级项目一期即将投产，但川发龙蟒10万吨项目被叫停，显示行业投资分化加剧。碳酸锂期货国际化落地，为价格发现提供新工具，但企业挺价意愿强烈，二线企业仍普遍亏损。工信部推动动力电池拆解安全国标及固态电池材料攻关，政策与合规风险上升。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2/2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[1][2][3][4] 推测：未使用推测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1/2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两款大圆柱磷酸铁锂换电模组，实现同体积容量行业纪录突破，并通过通用化设计打通产业落地。协鑫锂电第五代高压实磷酸铁锂C18发布，采用一步物理干法技术，获“技术卓越奖”。磷酸锰铁锂（LMFP）技术专利分析显示其能量密度较LFP提升15%以上，成为重要技术方向。工信部明确加大固态电池正负极材料、固态电解质攻关，推动下一代技术发展。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依据：[1][5][6][7]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2/2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[1][5][6][7] 推测：未使用推测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依据：[1][5][6][7]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 1/2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扩张与叫停并存：贵州毕节百万吨级磷酸铁锂项目一期或8月投产，总投资73.23亿元；山西5万吨高压实磷酸铁锂项目开工；辽宁签约10万吨磷酸锰铁锂项目。但川发龙蟒终止10万吨磷酸铁锂项目，显示行业投资分化。金川瑞翔拟募资37.8亿元加码50万吨磷酸铁锂产能，创业板IPO获受理。蜂巢能源1-5月动力电池装车量增速达35.3%，蝉联全球第九。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依据：[8][9][3][10][11]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 2/2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[8][9][3][10][11] 推测：未使用推测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依据：[8][9][3][10][11]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 1/2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挺价意愿强烈，头部企业满产，但二线企业仍普遍亏损。机构预测2026年供需紧平衡加剧，产业链价格有回升空间。瑞银大幅上调锂价预测，预计2026年碳酸锂价格达26,000美元/吨。广期所碳酸锂期货国际化落地，境外交易者可参与，有助于价格发现。永太科技锂电主业盈利大幅改善，半年报最高预增1245%，显示部分环节盈利修复。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依据：[4][12][2][13]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 2/2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[4][12][2][13] 推测：未使用推测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依据：[4][12][2][13]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公开征求《车用动力电池拆解破碎安全要求》等两项强制性国家标准意见，动力电池回收合规要求升级。七部门联合启动报废机动车非法回收拆解专项整治，动力电池流向监管再升级。欧盟黑粉出口禁令将于2026年11月9日生效，全球锂电回收贸易格局面临重写。工信部加大固态电池材料攻关，可能影响现有磷酸铁锂技术路线预期。 [14][15][16][7] 推测：未使用推测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依据：[14][15][16][7]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 1/2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协鑫锂电以一步物理干法技术挑战传统工艺，第五代高压实LFP C18发布，入选四川先进级智能工厂。当升科技荣登2026年《财富》中国科技50强，聚焦锰铁锂布局。万润新能获供应链卓越贡献奖，发布ESG报告。富临精工持续加码前驱体项目，草酸亚铁工艺具技术优势。钠电正极材料NFPP技术突破，璞钠能源获年度创新技术，可能分流部分磷酸铁锂市场。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依据：[5][17][18][19][20]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 2/2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[5][17][18][19][20] 推测：未使用推测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依据：[5][17][18][19][20]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1/2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过剩风险加剧，川发龙蟒项目叫停预示行业洗牌；二线企业持续亏损，价格战可能延续；欧盟黑粉出口禁令影响回收产业链。机会：碳酸锂期货国际化提升价格发现效率；储能需求增长，欧盟22国承诺储能装机增加30-35GW；磷酸锰铁锂、固态电池等新技术带来差异化机会。观察：贵州毕节百万吨级项目投产进度及市场消化能力；企业挺价联盟的可持续性。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依据：[3][4][2][21][16]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2/2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[3][4][2][21][16] 推测：未使用推测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依据：[3][4][2][21][16]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【正极材料周报】贵州毕节百万吨级磷酸铁锂项目刷新进展！宁德时代三元材料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https://www.itdcw.com/news/dczk/0F61564b2026.html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公众号：动力电池ZM｜10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公众号：动力电池ZM｜10万吨磷酸铁锂项目被叫停！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https://mp.weixin.qq.com/s/LnH18MJGr6OtkonOTxk4ig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公众号：磷酸铁钠NFPP电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公众号：磷酸铁钠NFPP电池产业基地｜磷酸铁锂“半壁江山”集体挺价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https://mp.weixin.qq.com/s/SQxrgkUv1sAUSTlEY38rvA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公众号：PHY正极材料｜“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公众号：PHY正极材料｜“一步”登顶！协鑫锂电一步物理干法荣膺“技术卓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https://mp.weixin.qq.com/s/YF_FIO3hdrNlCK3l2RAdZg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公众号：锂电Plus｜我国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公众号：锂电Plus｜我国磷酸锰铁锂技术专利分析与产业前景展望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https://mp.weixin.qq.com/s/BDLWrLG8jbvba8_mtYKbew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公众号：锂电Plus｜工信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公众号：锂电Plus｜工信部：加大固态电池正负极材料、固态电解质攻关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https://mp.weixin.qq.com/s/RcAYFnrXHEDsZVMmOY3jUw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公众号：锂电行业动态｜总投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公众号：锂电行业动态｜总投资73.23亿元！贵州毕节百万吨级磷酸铁锂项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https://mp.weixin.qq.com/s/T8NoqoIwc4eukgLynjThCA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公众号：动力电池ZM｜5万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公众号：动力电池ZM｜5万吨高压实磷酸铁锂项目落地山西大同！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https://mp.weixin.qq.com/s/KG8A_zJAoVwG1n1SkfgVQg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公众号：锂电行业动态｜拟募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公众号：锂电行业动态｜拟募资37.8亿元加码50万吨磷酸铁锂产能！金川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https://mp.weixin.qq.com/s/Q_ZcGhqARBALMj5u7ZhNNw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公众号：今日锂电｜蝉联全球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公众号：今日锂电｜蝉联全球第九！蜂巢能源1-5月动力电池装车量增速达3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https://mp.weixin.qq.com/s/bjSstXL8ks5qqcn3xKrb3w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公众号：新能源材料｜今日锂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公众号：新能源材料｜今日锂电动态综述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https://mp.weixin.qq.com/s/K1uhSOUF-Y-TBPH25L2WAg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公众号：电池关键材料｜最高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公众号：电池关键材料｜最高预增 1245%！永太科技半年业绩预告出炉，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https://mp.weixin.qq.com/s/Kjode9zmQi8kM2r3y3sDKg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公开征求《车用动力电池拆解破碎安全要求》等两项强制性国家标准的意见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https://www.miit.gov.cn/gzcy/yjzj/art/2026/art_6ee188a6acf34735a568af7ebdc507b5.html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公众号：动力电池ZM｜七部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公众号：动力电池ZM｜七部门联合出手！报废机动车非法回收拆解专项整治启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https://mp.weixin.qq.com/s/O0DHCEfWX6GID9tg_PtaeA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公众号：Mysteel动力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公众号：Mysteel动力电池回收｜欧盟黑粉出口禁令倒计时：全球锂电回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https://mp.weixin.qq.com/s/2ViyLHByi8TGnU6oFVn8pw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公众号：当升科技｜矿冶集团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公众号：当升科技｜矿冶集团当升科技荣登2026年《财富》中国科技50强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https://mp.weixin.qq.com/s/evX4irOq-Q5bdvjiNfiATg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公众号：万润新能源｜万润新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公众号：万润新能源｜万润新能荣获【金锂杯】供应链卓越贡献奖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https://mp.weixin.qq.com/s/xfhknGqQjDY7HFw1IM2few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【正极材料周报】磷酸铁锂项目一边扩产一边叫停！富临精工持续加码前驱体项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https://www.itdcw.com/news/dczk/06291563622026.html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公众号：磷酸铁钠NFPP电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公众号：磷酸铁钠NFPP电池产业基地｜璞钠能源闪耀2025高工钠电年会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https://mp.weixin.qq.com/s/Ik41kyjqI-OhXjivwIrggA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公众号：锂想之路｜深度解读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公众号：锂想之路｜深度解读欧盟22国承诺储能装机量增加30-35GW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https://mp.weixin.qq.com/s/kZkcCy5ObmDUy-A12QQXqw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2026-07-07</dc:title>
  <dc:subject>LFP daily briefing</dc:subject>
  <dc:creator>lifepo4_brief</dc:creator>
  <cp:lastModifiedBy>lifepo4_brief</cp:lastModifiedBy>
  <cp:revision>1</cp:revision>
  <dcterms:created xsi:type="dcterms:W3CDTF">2026-07-07T01:52:28Z</dcterms:created>
  <dcterms:modified xsi:type="dcterms:W3CDTF">2026-07-07T01:52:28Z</dcterms:modified>
</cp:coreProperties>
</file>