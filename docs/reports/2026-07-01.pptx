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磷酸铁锂行业早报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2026-07-01 | mechanism-report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今日磷酸铁锂行业整体平稳，但需关注上游碳酸锂价格波动带来的成本压力，以及下游储能和动力电池领域的需求分化。政策端持续推动行业规范化和回收体系建设，头部企业扩产节奏稳健，但中小企业面临产能出清风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  <a:p>
            <a:pPr>
              <a:defRPr sz="1800"/>
            </a:pPr>
            <a:r>
              <a:t>推测说明：未使用推测。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机会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  <a:p>
            <a:pPr>
              <a:defRPr sz="1800"/>
            </a:pPr>
            <a:r>
              <a:t>推测说明：未使用推测。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观察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  <a:p>
            <a:pPr>
              <a:defRPr sz="1800"/>
            </a:pPr>
            <a:r>
              <a:t>推测说明：未使用推测。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原始来源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中国电池网: https://www.itdcw.com/</a:t>
            </a:r>
          </a:p>
          <a:p>
            <a:pPr>
              <a:defRPr sz="1800"/>
            </a:pPr>
            <a:r>
              <a:t>证券时报: https://www.stcn.com/</a:t>
            </a:r>
          </a:p>
          <a:p>
            <a:pPr>
              <a:defRPr sz="1800"/>
            </a:pPr>
            <a:r>
              <a:t>界面新闻: https://www.jiemian.com/</a:t>
            </a:r>
          </a:p>
          <a:p>
            <a:pPr>
              <a:defRPr sz="1800"/>
            </a:pPr>
            <a:r>
              <a:t>工业和信息化部: https://www.miit.gov.cn/</a:t>
            </a:r>
          </a:p>
          <a:p>
            <a:pPr>
              <a:defRPr sz="1800"/>
            </a:pPr>
            <a:r>
              <a:t>国家发展改革委: https://www.ndrc.gov.cn/</a:t>
            </a:r>
          </a:p>
          <a:p>
            <a:pPr>
              <a:defRPr sz="1800"/>
            </a:pPr>
            <a:r>
              <a:t>中华人民共和国中央人民政府: https://www.gov.cn/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