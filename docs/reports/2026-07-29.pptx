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结构性紧缺与产能扩张并存的格局。高端高压实产品供不应求，龙头企业已启动多轮涨价并大规模扩产；同时，海外供应链加速布局，L&amp;F与CoreShell签署北美供应合同。政策方面，电池回收与换电重卡新规出台，有望开辟新增长点。行业整体处于价值重估阶段，需重点关注高端产品产能释放节奏及海外市场拓展进展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今日磷酸铁锂行业呈现结构性紧缺与产能扩张并存的格局。高端高压实产品供不应求，龙头企业已启动多轮涨价并大规模扩产；同时，海外供应链加速布局，L&amp;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今日磷酸铁锂行业呈现结构性紧缺与产能扩张并存的格局。高端高压实产品供不应求，龙头企业已启动多轮涨价并大规模扩产；同时，海外供应链加速布局，L&amp;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高端高压实磷酸铁锂产品持续供不应求，龙头企业湖南裕能、德方纳米等已实现满产并启动多轮涨价，同时宣布240亿级扩产计划。海外方面，韩国L&amp;F与美国CoreShell签署供应合同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四代高压实磷酸铁锂成为技术焦点，少数企业已实现量产并满产。二代刀片电池上市进一步巩固磷酸铁锂在动力电池领域的优势地位，与三元锂电池的竞争格局已基本明朗。技术路线向高能量密度、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[1][4]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行业扩产潮涌，湖南裕能宣布240亿扩产计划，国轩高科获1亿欧元贷款用于摩洛哥工厂建设。L&amp;F与CoreShell签署北美供应合同，显示海外订单需求旺盛。头部企业订单饱满，高端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[5][6][2]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高端高压实产品已启动多轮涨价，龙头企业盈利改善。但行业整体仍面临产能过剩压力，普通产品价格竞争激烈。涨价主要集中在高端产品线，结构性分化明显。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[7][3]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今日磷酸铁锂行业呈现结构性紧缺与产能扩张并存的格局。高端高压实产品供不应求，龙头企业已启动多轮涨价并大规模扩产；同时，海外供应链加速布局，L&amp;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高压实磷酸铁锂产品持续供不应求，龙头企业湖南裕能、德方纳米等已实现满产并启动多轮涨价，同时宣布240亿级扩产计划。海外方面，韩国L&amp;F与美国CoreShell签署供应合同，加速北美供应链布局。政策端，电池回收新规与换电重卡利好政策出台，为行业带来新机遇。行业正从产能过剩转向结构性紧缺，高端产品溢价能力增强。 [1][2][3]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文章指出，四代高压实磷酸铁锂仅少数企业能量产，订单已满产，预计到2028年持续供不应求。这与湖南裕能240亿扩产、国轩高科获1亿欧元贷款建摩洛哥工厂等消息形成呼应，显示头部企业正通过扩产和海外布局抢占先机。同时，L&amp;F与CoreShell的合同表明海外市场对磷酸铁锂需求旺盛，但需关注其产能爬坡速度。政策方面，电池回收新规和换电重卡利好可能改变行业需求结构，但短期影响有限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若高端高压实产品产能释放不及预期，则龙头企业议价能力将进一步增强，带动行业盈利改善；若海外订单持续落地，则可能加速国内企业出海步伐，但需跟踪海外建厂进度及当地政策变化。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54112" y="2249424"/>
            <a:ext cx="612648" cy="402336"/>
          </a:xfrm>
          <a:prstGeom prst="chevron">
            <a:avLst/>
          </a:prstGeom>
          <a:solidFill>
            <a:srgbClr val="DDEBE0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7264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8375904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8997696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0848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619488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量产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7882128" y="3063240"/>
            <a:ext cx="2331720" cy="0"/>
          </a:xfrm>
          <a:prstGeom prst="line">
            <a:avLst/>
          </a:prstGeom>
          <a:noFill/>
          <a:ln w="13970">
            <a:solidFill>
              <a:srgbClr val="7F9D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45552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高端高压实磷酸铁锂产品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8503920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海外方面，韩国L&amp;F与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9162288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0848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政策端，电池回收新规与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9820656" y="2962656"/>
            <a:ext cx="164592" cy="164592"/>
          </a:xfrm>
          <a:prstGeom prst="ellipse">
            <a:avLst/>
          </a:prstGeom>
          <a:solidFill>
            <a:srgbClr val="B85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29216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政策端，电池回收新规与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7726680" y="43159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参考培训 PPT 的阶段路线表达，按事件顺序拆成判断路径。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若高端高压实产品产能释放不及预期，则龙头企业议价能力将进一步增强，带动行业盈利改善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代高压实磷酸铁锂成为技术焦点，少数企业已实现量产并满产。二代刀片电池上市进一步巩固磷酸铁锂在动力电池领域的优势地位，与三元锂电池的竞争格局已基本明朗。技术路线向高能量密度、高压实方向演进，头部企业技术壁垒正在形成。 [1][4]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文章明确将四代高压实磷酸铁锂定位为结构性紧缺产品，仅少数企业能量产，这与汽车之家关于二代刀片电池的报道形成技术路线上的协同。二代刀片电池的上市意味着磷酸铁锂在能量密度上取得突破，进一步挤压三元锂电池的市场空间。但需注意，高压实产品的量产难度较高，技术扩散速度可能慢于预期，这为先行者提供了护城河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若高压实技术进一步突破并实现规模化降本，则磷酸铁锂在高端车型中的渗透率将加速提升，但需跟踪头部企业良率及成本数据。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四代高压实磷酸铁锂成为技术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二代刀片电池上市进一步巩固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技术路线向高能量密度、高压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四代高压实磷酸铁锂成为技术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若高压实技术进一步突破并实现规模化降本，则磷酸铁锂在高端车型中的渗透率将加速提升，但需跟踪头部企业良率及成本数据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扩产潮涌，湖南裕能宣布240亿扩产计划，国轩高科获1亿欧元贷款用于摩洛哥工厂建设。L&amp;F与CoreShell签署北美供应合同，显示海外订单需求旺盛。头部企业订单饱满，高端产品供不应求，但需警惕产能过剩风险。 [5][6][2]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依据：[5][6][2]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浪财经报道的扩产潮与湖南裕能的240亿投资、国轩高科的摩洛哥工厂贷款形成直接证据链，表明头部企业正积极扩产以应对需求。L&amp;F的北美合同则从海外需求侧验证了订单的强劲。但公众号文章也指出，行业整体仍处于产能过剩状态，只是高端产品结构性紧缺。因此，扩产项目的落地节奏和市场需求匹配度是关键变量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若扩产项目如期投产且下游需求保持增长，则头部企业市占率将进一步提升；若需求增速放缓，则可能加剧行业价格战，需跟踪月度装机量及企业产能利用率。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落地链路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82128" y="2029968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28432" y="2139696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613648" y="2139696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行业扩产潮涌，湖南裕能宣布240亿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979408" y="2441448"/>
            <a:ext cx="164592" cy="146304"/>
          </a:xfrm>
          <a:prstGeom prst="downArrow">
            <a:avLst/>
          </a:prstGeom>
          <a:solidFill>
            <a:srgbClr val="7F9D84"/>
          </a:solidFill>
          <a:ln w="12700">
            <a:solidFill>
              <a:srgbClr val="7F9D8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82128" y="2596896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28432" y="270662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8613648" y="2706624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L&amp;F与CoreShell签署北美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979408" y="3008376"/>
            <a:ext cx="164592" cy="146304"/>
          </a:xfrm>
          <a:prstGeom prst="downArrow">
            <a:avLst/>
          </a:prstGeom>
          <a:solidFill>
            <a:srgbClr val="7F9D84"/>
          </a:solidFill>
          <a:ln w="12700">
            <a:solidFill>
              <a:srgbClr val="7F9D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2128" y="3163824"/>
            <a:ext cx="2377440" cy="365760"/>
          </a:xfrm>
          <a:prstGeom prst="roundRect">
            <a:avLst>
              <a:gd name="adj" fmla="val 10000"/>
            </a:avLst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28432" y="32735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8613648" y="327355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头部企业订单饱满，高端产品供不应求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726680" y="453542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用企业、项目、产能、客户的链路承接文字结论。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若扩产项目如期投产且下游需求保持增长，则头部企业市占率将进一步提升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高端高压实产品已启动多轮涨价，龙头企业盈利改善。但行业整体仍面临产能过剩压力，普通产品价格竞争激烈。涨价主要集中在高端产品线，结构性分化明显。 [7][3]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依据：[7][3]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文章明确提到“年内已完成多轮价格上调”，且高端产品供不应求，这与湖南裕能一边涨价一边扩产的行为一致。但新浪财经的扩产潮报道也暗示，大量新增产能可能在未来对价格形成压力。因此，当前涨价是结构性的，主要受益于高端产品溢价，而非全行业复苏。需关注碳酸锂等上游原料价格波动对盈利的影响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若碳酸锂价格持续低位，则高端产品涨价带来的盈利弹性将更显著；若新增产能集中释放，则普通产品价格可能承压，需跟踪行业库存及龙头企业毛利率变化。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高端高压实产品已启动多轮涨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但行业整体仍面临产能过剩压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涨价主要集中在高端产品线，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高端高压实产品已启动多轮涨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若碳酸锂价格持续低位，则高端产品涨价带来的盈利弹性将更显著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电池回收新规出台，为营运车辆电池更换提供新路径；换电重卡获政策利好。同时，中方在新能源电池领域强调“机遇共享”，可能影响出口政策。整体政策环境偏暖，但需关注具体实施细则。 [8][9][10]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依据：[8][9][10]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狐文章报道的换电重卡新政与电池回收新规形成政策组合，旨在解决营运车辆电池寿命短、更换成本高的问题。这有望刺激磷酸铁锂电池在商用车领域的应用。同时，太阳能光伏网的文章提到中方在新能源电池领域的立场，可能为出口创造更有利环境。但政策落地效果需观察，且新规可能增加企业合规成本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若换电重卡政策落地执行，则磷酸铁锂在商用车领域的渗透率将提升，但需跟踪换电站建设进度及补贴细则；若电池回收新规强制实施，则可能催生新的商业模式，但短期会增加企业成本。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电池回收新规出台，为营运车辆电池更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换电重卡获政策利好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同时，中方在新能源电池领域强调“机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若换电重卡政策落地执行，则磷酸铁锂在商用车领域的渗透率将提升，但需跟踪换电站建设进度及补贴细则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L&amp;F与CoreShell签署北美供应合同，显示韩国企业正加速布局磷酸铁锂海外市场。国内方面，湖南裕能、德方纳米等头部企业通过扩产巩固优势，但二线企业面临更大竞争压力。 [2][5]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&amp;F的北美合同是韩国企业进军磷酸铁锂的重要信号，与国内企业形成直接竞争。但国内头部企业凭借技术优势和规模效应，在高端产品上仍具领先地位。新浪财经的扩产潮报道显示，行业集中度正在提升，二线企业可能因技术或资金壁垒而掉队。需关注海外竞争对手的产能进展及客户开拓情况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若海外企业产能快速释放，则可能抢占国内企业在北美市场的份额，但需跟踪其产品性能及成本竞争力；若国内企业通过技术授权或合资方式出海，则可能形成新的竞争格局。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54112" y="2249424"/>
            <a:ext cx="612648" cy="402336"/>
          </a:xfrm>
          <a:prstGeom prst="chevron">
            <a:avLst/>
          </a:prstGeom>
          <a:solidFill>
            <a:srgbClr val="DDEBE0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7264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8375904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8997696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0848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619488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量产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7882128" y="3063240"/>
            <a:ext cx="2331720" cy="0"/>
          </a:xfrm>
          <a:prstGeom prst="line">
            <a:avLst/>
          </a:prstGeom>
          <a:noFill/>
          <a:ln w="13970">
            <a:solidFill>
              <a:srgbClr val="7F9D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45552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L&amp;F与CoreShe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8503920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国内方面，湖南裕能、德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9162288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0848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[2][5] L&amp;F的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9820656" y="2962656"/>
            <a:ext cx="164592" cy="164592"/>
          </a:xfrm>
          <a:prstGeom prst="ellipse">
            <a:avLst/>
          </a:prstGeom>
          <a:solidFill>
            <a:srgbClr val="B85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29216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[2][5] L&amp;F的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7726680" y="43159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参考培训 PPT 的阶段路线表达，按事件顺序拆成判断路径。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若海外企业产能快速释放，则可能抢占国内企业在北美市场的份额，但需跟踪其产品性能及成本竞争力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在于高端产品结构性紧缺带来的涨价和盈利改善，以及海外市场拓展和电池回收新规带来的增量需求。风险在于大规模扩产可能导致产能过剩，以及海外竞争加剧。需重点观察头部企业产能释放节奏、碳酸锂价格走势及海外订单落地情况。 [1][5][2]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依据：[1][5][2]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来看，行业正处于从产能过剩向结构性紧缺转变的关键期。公众号文章的价值重估观点与扩产潮、涨价、海外订单等信号相互印证，但需警惕过度乐观。电池回收和换电政策提供了新的增长点，但短期贡献有限。风险方面，新浪财经的扩产潮报道暗示未来供给压力，而L&amp;F的合同则显示海外竞争加剧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若高端产品产能释放顺利且下游需求持续旺盛，则行业景气度有望延续；若碳酸锂价格大幅上涨或海外订单不及预期，则盈利改善可能受阻，需持续跟踪月度行业数据及企业公告。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54112" y="2249424"/>
            <a:ext cx="612648" cy="402336"/>
          </a:xfrm>
          <a:prstGeom prst="chevron">
            <a:avLst/>
          </a:prstGeom>
          <a:solidFill>
            <a:srgbClr val="DDEBE0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27264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8375904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8997696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70848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619488" y="2249424"/>
            <a:ext cx="612648" cy="402336"/>
          </a:xfrm>
          <a:prstGeom prst="chevron">
            <a:avLst/>
          </a:prstGeom>
          <a:solidFill>
            <a:srgbClr val="FFFFFF"/>
          </a:solidFill>
          <a:ln w="1397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386584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量产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7882128" y="3063240"/>
            <a:ext cx="2331720" cy="0"/>
          </a:xfrm>
          <a:prstGeom prst="line">
            <a:avLst/>
          </a:prstGeom>
          <a:noFill/>
          <a:ln w="13970">
            <a:solidFill>
              <a:srgbClr val="7F9D8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45552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54112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机会在于高端产品结构性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8503920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风险在于大规模扩产可能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9162288" y="2962656"/>
            <a:ext cx="164592" cy="164592"/>
          </a:xfrm>
          <a:prstGeom prst="ellipse">
            <a:avLst/>
          </a:prstGeom>
          <a:solidFill>
            <a:srgbClr val="4870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0848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需重点观察头部企业产能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9820656" y="2962656"/>
            <a:ext cx="164592" cy="164592"/>
          </a:xfrm>
          <a:prstGeom prst="ellipse">
            <a:avLst/>
          </a:prstGeom>
          <a:solidFill>
            <a:srgbClr val="B85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29216" y="329184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需重点观察头部企业产能</a:t>
            </a:r>
            <a:endParaRPr lang="en-US" sz="670" dirty="0"/>
          </a:p>
        </p:txBody>
      </p:sp>
      <p:sp>
        <p:nvSpPr>
          <p:cNvPr id="41" name="Text 39"/>
          <p:cNvSpPr/>
          <p:nvPr/>
        </p:nvSpPr>
        <p:spPr>
          <a:xfrm>
            <a:off x="7726680" y="43159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参考培训 PPT 的阶段路线表达，按事件顺序拆成判断路径。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若高端产品产能释放顺利且下游需求持续旺盛，则行业景气度有望延续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一文读懂磷酸铁锂353:从“产能过剩”到“结构性紧缺”的价值重估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9ZrYt6fyubl-876P6_-rh58dJxB7hKzjFqXa8Fplpd9pitrsn2-T-oDOViZ1iAbwmWgVIt0FNnT4boKgrl6pNGBegZVkDYVCth5JRjALgJnYY08Gn-YGTqtg9YS8xUikMgpIAU6ZAsEsVx2-T2xhX-5kd5wlrKXwaEOnPjf-M28H5Sy2B54GNdpnWM2FKj_QKKcKIgoFwE7k8MeEEpPHYL2CsG6-xMgzQ..&amp;type=2&amp;query=%E9%93%81%E9%94%82 %E9%AB%98%E5%8E%8B%E5%AE%9E %E6%AD%A3%E6%9E%81%E6%9D%90%E6%96%99 %E9%87%8F%E4%BA%A7&amp;token=C1970EED46BAD07C3D3B6A8A16E358343DA04EF46A695C40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L&amp;F与美国CoreShell签署磷酸铁锂正极材料供应合同……加速布局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https://news.google.com/rss/articles/CBMiZEFVX3lxTE1aTHY0WUlWVHlBRUFQVGZncUU4b1ZHNjFpeEVkWmxqOXRWZzliQlJFUTJqVE5xVGRqNmhEeS1LWWRFSEVzVFBXakY0ang1ZlNqV1BmNmliUGhrU0VDeWJwVFdDV1c?oc=5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一边涨价“回血”！一边“砸钱”扩产！湖南裕能240亿“豪赌”锂电材料 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https://news.google.com/rss/articles/CBMiiAFBVV95cUxOU0c1cmhCQ0NTOWtFVlo3WlBZOHFTNnlkVnNrZG10b2s3akw4WUtEZURLa2tLeXJlZU5PUlBNZ1Y3VmRSRy16cE84UlltTGZRb0RDVnFqOWM3Q09qaGhrazJkRlg4cHB6RWJlTFBmdDNZVTl1bmV4V2xEQUlqNXo2bW84dzY3ZEox?oc=5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二代刀片电池上市后，磷酸铁锂和三元锂电池胜负已分！ - 汽车之家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https://news.google.com/rss/articles/CBMiXkFVX3lxTFBXTjdZTXV2dGVRRXlpQXpSQzRhMDltcG9YU0pObDFaX2toMVpxZ1RoMHEyaVJGS0tiYUxYNm01enZpbVM5TWZzRFhQV0RwZ3dOc0p5Vzh5Ym1La2w0SUE?oc=5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磷酸铁锂扩产潮涌 头部玩家强势加码 - 新浪财经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https://news.google.com/rss/articles/CBMimAFBVV95cUxQVHJQcGhuSFQ1V3JuM2l1WnNTcVFWTFJLei1uUVdTRWY2QzEzU3Z5MkllbUpVQkJPdTF3azZuVkRaYnBLWVRwRDFGTnl6MHlsdi1URzFvbWxmNWRkdEk3TE9iS2FZYkZyTVhCOTdhZFZPTUd4QVBtZFpxTmNibVQ5R0FVbFhZcDl3Z0h1a21RanNSNkVwaWlpRg?oc=5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国轩高科获得1亿欧元贷款，用于摩洛哥电芯工厂建设 - Sohu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https://news.google.com/rss/articles/CBMijAFBVV95cUxPUkt6MEljWDdmZ2s1VlMyblRIXzNoSnA0bHNoRlZFbkxndVM2SWpPb25GRjVFT0ZiVkVfX1VZamlfcXdMN0xEcmt5M3VhY1p3aG5DVWRGNFgxcFF2bzYtSVBCQ1Z2NEg3M2FJVlFRY3loRHl3S3dsa0hYMU01ZFZQdm96bkdFcFh0eWxOeA?oc=5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磷酸铁锂材料与电芯公众号广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磷酸铁锂:龙头涨价引爆板块,全产业链核心标的梳理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eixin.sogou.com/link?url=dn9a_-gY295K0Rci_xozVXfdMkSQTLW6cwJThYulHEtVjXrGTiVgS9ZrYt6fyubl-876P6_-rh58dJxB7hKzjFqXa8Fplpd9SJbVYuOtUHAHvfwiERpN_C-Tuddmep7kBBMze4WqP0wCkEKabILNwrWcWTxAhHTPUKeNx_sJY1zgkOrdxs7byStHWMAwxCvFQwOoe5dI8Z6PUWSDKrqO4JgW0wLOV7GyfpsSck9gvtsH_1pFlURgyz3M2M-WfruVIa0Zn4ZZ6nXvzHZXxeLdyg..&amp;type=2&amp;query=%E9%93%81%E9%94%82 %E9%AB%98%E5%8E%8B%E5%AE%9E %E6%AD%A3%E6%9E%81%E6%9D%90%E6%96%99 %E9%87%8F%E4%BA%A7&amp;token=C1970EED46BAD07C3D3B6A8A16E358343DA04EF46A695C40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董扬：新政或利好换电重卡大发展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https://m.sohu.com/a/1055798463_323433?scm=10001.325_13-325_13.0.0-0-0-0-0.5_1334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换电池5万,卖车只值3万:首批营运车脱保潮下,新规给出“第三条路”?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https://k.sina.com.cn/article_7879923015_1d5ae154701901hgxy.html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“产能抹黑” 到 “机遇共享”：中方立场的全球价值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https://mcn.solarbe.com/news/20260729/50026668.html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【正极材料周报】湖南裕能斥资240亿元扩产！正极材料公司中报预告密集出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https://www.itdcw.com/news/dczk/0H015CU2026.html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2026-07-29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【正极材料周报】宁德时代“天价锂矿”采矿规模将达150万吨/年！今年国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https://www.itdcw.com/news/dczk/0HG5E312026.html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三部门关于做好科技型企业孵化器相关政策衔接工作的通知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http://www.miit.gov.cn/zwgk/zcwj/wjfb/tz/art/2026/art_21446a8c153f4fae86121552fe1e9fd4.html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最新政策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https://www.miit.gov.cn/xwfb/zxzc/index.html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政策解读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https://www.miit.gov.cn/zwgk/zcjd/index.html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2026-07-29</dc:title>
  <dc:subject>LFP daily briefing</dc:subject>
  <dc:creator>lifepo4_brief</dc:creator>
  <cp:lastModifiedBy>lifepo4_brief</cp:lastModifiedBy>
  <cp:revision>1</cp:revision>
  <dcterms:created xsi:type="dcterms:W3CDTF">2026-07-29T01:51:02Z</dcterms:created>
  <dcterms:modified xsi:type="dcterms:W3CDTF">2026-07-29T01:51:02Z</dcterms:modified>
</cp:coreProperties>
</file>