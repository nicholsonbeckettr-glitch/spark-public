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高压实产品满产满销、价格逆势上涨、龙头赴港IPO、政策端消费税与回收新规并行”的多重信号。天赐材料加码16万吨高压实铁锂项目，头部企业满产满销；碳酸锂回落但铁锂价格逆势上涨，供需紧平衡延续；湖南裕能赴港递表，业绩缩水八成；动力电池消费税开征及电池回收新规将重塑行业成本与竞争格局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今日磷酸铁锂行业呈现“高压实产品满产满销、价格逆势上涨、龙头赴港IPO、政策端消费税与回收新规并行”的多重信号。天赐材料加码16万吨高压实铁锂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今日磷酸铁锂行业呈现“高压实产品满产满销、价格逆势上涨、龙头赴港IPO、政策端消费税与回收新规并行”的多重信号。天赐材料加码16万吨高压实铁锂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高压实磷酸铁锂成为竞争焦点，天赐材料扩产至18.5万吨并已中试量产，头部企业满产满销；碳酸锂价格回落但铁锂价格逆势上涨，供需紧平衡是主因；湖南裕能赴港IPO，业绩缩水八成但押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[1][2][3][4][5]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高压实磷酸铁锂成为技术竞争焦点，天赐材料年产16万吨高压实项目公示，产品已完成中试量产，头部企业该品类满产满销。宁德时代推进平台型技术布局，覆盖磷酸铁锂、三元、钠离子等多种体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[1][2][6]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天赐材料铁锂产能扩至18.5万吨，16万吨高压实项目公示，钠电电解液已供货宁德时代；湖南裕能赴港递表，押注240亿扩产，宁德时代、比亚迪为其客户但此前双双减持；头部正极企业高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[2][4][7]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碳酸锂重返15万关口后回落，但磷酸铁锂正极全系逆势大涨，供需紧平衡格局延续；行业连续三年亏损后中小产能出清，加工费持续高位；磷酸铁锂价格与碳酸锂走势背离，反映供需关系而非成本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[3][8][4]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今日磷酸铁锂行业呈现“高压实产品满产满销、价格逆势上涨、龙头赴港IPO、政策端消费税与回收新规并行”的多重信号。天赐材料加码16万吨高压实铁锂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竞争焦点，天赐材料扩产至18.5万吨并已中试量产，头部企业满产满销；碳酸锂价格回落但铁锂价格逆势上涨，供需紧平衡是主因；湖南裕能赴港IPO，业绩缩水八成但押注240亿扩产；动力电池消费税开征与电池回收新规将抬升行业成本，加速落后产能出清。 [1][2][3][4][5]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作为电解液龙头跨界加码高压实铁锂，显示该细分领域盈利吸引力增强，与头部企业满产满销形成印证。碳酸锂回落而铁锂涨价，说明供需关系而非成本主导当前价格，行业连续三年亏损后中小产能出清，供给格局优化。湖南裕能赴港IPO与业绩缩水形成反差，反映企业急需资本补充以维持扩产竞赛。政策端消费税与回收新规同步推进，将系统性提高电池全生命周期成本，利好具备规模与回收体系优势的头部企业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铁锂产品持续满产满销且天赐材料新产能顺利释放，则可能进一步挤压二三线企业市场份额，行业集中度有望加速提升。若碳酸锂价格维持低位而铁锂价格坚挺，则正极材料环节盈利修复可持续，但需跟踪加工费变化及下游电池厂压价力度。若消费税正式落地，则电池成本上升可能向整车传导，需观察终端需求是否受抑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高压实磷酸铁锂成为竞争焦点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碳酸锂价格回落但铁锂价格逆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湖南裕能赴港IPO，业绩缩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高压实磷酸铁锂成为竞争焦点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若高压实铁锂产品持续满产满销且天赐材料新产能顺利释放，则可能进一步挤压二三线企业市场份额，行业集中度有望加速提升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竞争焦点，天赐材料年产16万吨高压实项目公示，产品已完成中试量产，头部企业该品类满产满销。宁德时代推进平台型技术布局，覆盖磷酸铁锂、三元、钠离子等多种体系，行业技术路线呈现多元化并行态势。 [1][2][6]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作为电解液龙头切入高压实铁锂，表明该技术路线已从材料企业扩散至电解液企业，验证了高压实产品的商业化价值。宁德时代平台型布局显示其不押注单一技术路线，而是通过多体系覆盖满足不同场景需求。高压实产品满产满销说明下游对能量密度提升有明确需求，技术迭代正从实验室走向规模化量产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铁锂量产规模持续扩大且成本下降，则可能加速对常规铁锂产品的替代，推动行业平均能量密度提升。若宁德时代平台型布局持续深化，则单一技术路线的波动对头部企业影响可能减弱，需跟踪各技术路线成本拐点及下游应用场景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高压实磷酸铁锂成为技术竞争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宁德时代推进平台型技术布局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[1][2][6] 天赐材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高压实磷酸铁锂成为技术竞争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若高压实铁锂量产规模持续扩大且成本下降，则可能加速对常规铁锂产品的替代，推动行业平均能量密度提升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铁锂产能扩至18.5万吨，16万吨高压实项目公示，钠电电解液已供货宁德时代；湖南裕能赴港递表，押注240亿扩产，宁德时代、比亚迪为其客户但此前双双减持；头部正极企业高压实产品满产满销，行业产能利用率分化明显。 [2][4][7]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依据：[2][4][7]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双线布局（铁锂+钠电）且钠电电解液已进入宁德时代供应链，显示其从电解液向正极材料延伸的战略意图，客户协同效应明显。湖南裕能赴港IPO募资近48亿用于扩产，但两大核心客户宁德时代、比亚迪此前减持，反映客户关系与资本运作之间的微妙平衡。头部企业满产满销与中小企业出清并存，行业产能结构正在优化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天赐材料高压实铁锂项目顺利投产并绑定宁德时代等大客户，则可能快速切入头部供应链，改变正极材料竞争格局。若湖南裕能港股IPO成功且扩产落地，则其产能优势可能进一步巩固，但需关注核心客户减持是否影响后续订单份额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天赐材料铁锂产能扩至18.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湖南裕能赴港递表，押注24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头部正极企业高压实产品满产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天赐材料铁锂产能扩至18.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若天赐材料高压实铁锂项目顺利投产并绑定宁德时代等大客户，则可能快速切入头部供应链，改变正极材料竞争格局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碳酸锂重返15万关口后回落，但磷酸铁锂正极全系逆势大涨，供需紧平衡格局延续；行业连续三年亏损后中小产能出清，加工费持续高位；磷酸铁锂价格与碳酸锂走势背离，反映供需关系而非成本主导定价。 [3][8][4]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依据：[3][8][4]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回落而铁锂价格上涨的背离现象，核心在于供给端连续亏损导致产能出清，叠加下游旺季备货需求，供需紧平衡支撑价格。加工费持续高位说明正极材料环节盈利修复，但需警惕价格高位刺激复产或新增产能。湖南裕能业绩缩水八成与行业涨价并存，反映头部企业盈利修复尚需时间，行业整体仍处恢复期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铁锂价格维持高位而碳酸锂价格低位运行，则正极材料环节盈利空间有望持续修复，但需警惕高价刺激下行业复产或新产能投放导致供需反转。若加工费持续高位，则可能吸引新进入者，需跟踪行业开工率及新增产能投产进度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碳酸锂重返15万关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行业连续三年亏损后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磷酸铁锂价格与碳酸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若铁锂价格维持高位而碳酸锂价格低位运行，则正极材料环节盈利空间有望持续修复，但需警惕高价刺激下行业复产或新产能投放导致供需反转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开征消费税政策引发关注，购车成本影响待评估；国家发改委严格实施新能源汽车带电池报废，电池回收乱象将根治；工信部启动钠电池针刺摸底测评，钠电产业化拐点临近；宁德时代提出2027碳足迹硬考核目标。 [5][9][10][11]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依据：[5][9][10][11]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消费税若落地，将直接推高电池及整车成本，可能抑制终端需求，对磷酸铁锂产业链形成利空。电池报废新规将规范回收市场，利好具备回收体系的头部企业，同时提高行业进入门槛。工信部钠电池针刺测评显示钠电产业化进程加速，可能对磷酸铁锂在储能等场景形成替代压力。宁德时代碳足迹考核将推动供应链低碳转型，增加上游企业合规成本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动力电池消费税正式开征，则电池成本上升可能向整车传导，需观察终端需求弹性及政策是否有过渡期安排。若电池报废新规严格执行，则回收体系不完善的中小企业可能面临合规成本上升，行业集中度有望进一步提升。若钠电针刺测评通过并实现规模化应用，则可能在储能领域对磷酸铁锂形成部分替代，需跟踪钠电成本下降曲线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动力电池开征消费税政策引发关注，购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国家发改委严格实施新能源汽车带电池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工信部启动钠电池针刺摸底测评，钠电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若动力电池消费税正式开征，则电池成本上升可能向整车传导，需观察终端需求弹性及政策是否有过渡期安排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赴港IPO，宁德时代、比亚迪为客户但双双减持，业绩缩水八成；天赐材料跨界布局铁锂及钠电，已供货宁德时代；宁德时代平台型布局覆盖多技术路线，比亚迪在磷酸铁锂领域持续竞争；行业竞争从单一产品转向多技术路线+资本运作的综合较量。 [4][7][2][6]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依据：[4][7][2][6]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作为磷酸铁锂正极龙头，客户涵盖宁德时代、比亚迪两大巨头，但客户减持与业绩缩水并存，反映其在产业链中议价能力受限。天赐材料依托电解液客户资源切入正极材料，具备客户协同优势，可能成为新的竞争变量。宁德时代平台型布局使其在技术路线切换中保持灵活性，对上游材料企业形成持续压价能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湖南裕能港股IPO成功，则其资本实力增强可能支撑更大规模扩产，但需关注客户减持是否反映订单份额变化。若天赐材料高压实铁锂产品通过宁德时代等客户验证并放量，则可能改变正极材料竞争格局，需跟踪其客户导入进度及产品性能指标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湖南裕能赴港IPO，宁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天赐材料跨界布局铁锂及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宁德时代平台型布局覆盖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宁德时代平台型布局覆盖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若湖南裕能港股IPO成功，则其资本实力增强可能支撑更大规模扩产，但需关注客户减持是否反映订单份额变化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铁锂满产满销、价格逆势上涨、供需紧平衡；风险：动力电池消费税抬升成本、钠电产业化加速替代、湖南裕能客户减持；观察：碳酸锂价格走势、加工费变化、高压实产品量产进度、钠电针刺测评结果、电池回收新规执行效果。 [8][5][10][4]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依据：[8][5][10][4]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行业处于供需紧平衡、价格上行、盈利修复的阶段，但政策端消费税与回收新规可能改变成本结构，钠电产业化加速可能在中长期形成替代。湖南裕能客户减持与业绩缩水提示头部企业盈利修复仍脆弱。行业机会与风险并存，需密切关注供需格局变化、政策落地节奏及技术路线演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供需紧平衡格局延续且高压实产品放量，则行业盈利修复趋势可能持续，但需警惕价格高位刺激新增产能。若消费税落地且回收新规严格执行，则行业成本曲线可能上移，具备规模与回收优势的企业相对受益。若钠电针刺测评通过并快速降本，则可能在储能领域对铁锂形成替代，需跟踪钠电产业化进度及成本对比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机会：高压实铁锂满产满销、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风险：动力电池消费税抬升成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观察：碳酸锂价格走势、加工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机会：高压实铁锂满产满销、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若供需紧平衡格局延续且高压实产品放量，则行业盈利修复趋势可能持续，但需警惕价格高位刺激新增产能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天赐材料年产16万吨高压实磷酸铁锂项目公示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yv24OX1TBrNWhZ8XpPHYZYnl3rJjHhjC1qXa8Fplpd9rW2GxJrzWuSfU7_GoC28xtUKdmVRPtfrdAynTg2g62FWmXPndoTnzXuECDmfJQqX20iau-zMx5n40ag-E-kSjc9usO2b9JQpcYQVlrBj3qzmOJExkhHPs0770ejzO3Vrt27zU0um8vfNpFy7AYyu-trkdAJLbzHTPc6Zp8LHkhTP28temKTOwg..&amp;type=2&amp;query=%E9%93%81%E9%94%82 %E9%AB%98%E5%8E%8B%E5%AE%9E %E6%AD%A3%E6%9E%81%E6%9D%90%E6%96%99 %E9%87%8F%E4%BA%A7&amp;token=62EFF230B1C39AF573752B2E5C8E001A73A10C546A850481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双线布局落地!天赐材料铁锂产能扩至 18.5 万吨,钠电电解液已供给宁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yv24OX1TBrNx7Q7AcyM1C4nl3rJjHhjC1qXa8Fplpd9miXzGPWg8GUqgtN35pNL9kap2xYfEuv3jZXbFAwqgS5g0sjHhgC09FwvzQss5T1iZ5e9Z0kTJ3i2jVeHlsoWhGl1i9tdUJfH8JOxfFVQUFK63Ig3pYokZ0M4-eNb2z_JTEGgnB_dSIw1miDIfh-DqiUD-fPrQTAaxi3Oo1Oqty-54z_tGSZTqA..&amp;type=2&amp;query=%E9%93%81%E9%94%82 %E9%AB%98%E5%8E%8B%E5%AE%9E %E6%AD%A3%E6%9E%81%E6%9D%90%E6%96%99 %E9%87%8F%E4%BA%A7&amp;token=62EFF9A3C9BBE18D0A0C5356391027EA0A15DF856A850483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碳酸锂价格持续回落,磷酸铁锂价格反而逆势上涨是怎么回事?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yv24OX1TBrNcVTPwLCojGgnl3rJjHhjC1qXa8Fplpd9ZhpAs9XePDBaTtdr6UjF1zxdlZ-NrDZU2mLnXBMPHAOH9ZxyEkVXUx9f-SHLjif7ynr0rug94MtdOLWH-ksUTFUhCZY442E1iAgRKCi_nIgW6fPdjZ0JXPaTw_l9L_oNwqFvUHwt_zsUTM444cee88I1dqyUMogMEsHZuge9P79535pjGOOjYg..&amp;type=2&amp;query=%E7%A3%B7%E9%85%B8%E9%93%81%E9%94%82 %E6%AD%A3%E6%9E%81%E6%9D%90%E6%96%99 %E4%BB%B7%E6%A0%BC %E4%BE%9B%E9%9C%80&amp;token=62F0324A9AEBB2DD595F03056AB1C6295AAF72966A850490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磷酸铁锂龙头湖南裕能最新赴港递表，比亚迪和宁德时代此前双双减持，业绩已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https://news.google.com/rss/articles/CBMifEFVX3lxTE1SR3RpSk1zQ0FoZm8zNnFUQU9zZVpRUERFZVhpdndmRjk3UkRHV3dFMXdsck1TQWdOSHU0LVU4M3ZORVJFVUVTbm8zak5zQVo4QkFkVDRJQU5YNFNjZ3VTVHZPZkg3X1lveU9ZV2gzZE5sNHc2UVNUTXc0TS0?oc=5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动力电池开征消费税，买电车究竟会贵多少钱？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https://finance.sina.com.cn/roll/2026-08-18/doc-ininttrs3302163.shtml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从宁德时代和比亚迪看全球新能源电池市场变局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yv24OX1TBrNcVTPwLCojGgnl3rJjHhjC1qXa8Fplpd97FcjAp9SlN_D2SrCJB_crhJ5c4OajuATLV0BGoyBYf1YwFDBo9F-onf-ZJtAVgiDtgNVSE7IW7yQkYd78tVpXi-y9YdVKJ6GKWcqQSk0TQTV7smfGHeS_NuwJAvpO0PshJLg_xU32yicSnpoUMVL5q0Q1bKcC4ixdrTEKSgl9xifxjh3za6jWA..&amp;type=2&amp;query=%E5%AE%81%E5%BE%B7%E6%97%B6%E4%BB%A3 %E7%A3%B7%E9%85%B8%E9%93%81%E9%94%82 %E7%A5%9E%E8%A1%8C%E7%94%B5%E6%B1%A0 %E4%BA%A7%E5%93%81%E5%8F%91%E5%B8%83&amp;token=62F0323ED2A3F99612174B4D22F91912129C4A306A850490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湖南裕能冲刺港交所：左手募资近48亿，右手押注240亿扩产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https://k.sina.com.cn/article_5953466437_162dab0450670b9bra.html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碳酸锂重返15万关口,磷酸铁锂正极全系大涨——8月第二周行情复盘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yv24OX1TBrNcVTPwLCojGgnl3rJjHhjC1qXa8Fplpd9gaC1IJH4cAlP40xHE9AyoOrRNJEQufB_Wyy2j2rmTPJ3uQk2rR_TOymNKXIhJC4BNzHdhnQ9llivJTMvcUXfbMI8trLG2V-PLXoSccWsvWjgrTUe0EuJoSEd0vPzhSZABB5RTWEm2u8QQxUgq4GkodKTxCmt7KsDlCtS8MLpD48O8fIRwtipOg..&amp;type=2&amp;query=%E7%A3%B7%E9%85%B8%E9%93%81%E9%94%82 %E6%AD%A3%E6%9E%81%E6%9D%90%E6%96%99 %E4%BB%B7%E6%A0%BC %E4%BE%9B%E9%9C%80&amp;token=62F0324A9AEBB2DD595F03056AB1C6295AAF72966A850490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电池回收乱像将彻底根治！国家发改委：严格实施新能源汽车带电池报废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https://finance.sina.cn/stock/jdts/2026-08-18/detail-ininthzy0156722.d.html?oid=800&amp;vt=4&amp;cid=76993&amp;node_id=76993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工信部启动钠电池针刺摸底测评 钠电有望进入产业化拐点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http://sc.stock.cnfol.com/shichangjuejin/20260819/32339190.shtml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宁德时代：2035 全链碳中和，2027 碳足迹硬考核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https://www.eet-china.com/mp/a518517.html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【正极材料周报】容百科技磷酸铁锂即将大幅上量！宁德时代枧下窝锂矿仍处于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https://www.itdcw.com/news/dczk/0Q015H0H026.html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【正极材料周报】钛能化学/天赐材料扩产磷酸铁锂！湖南裕能/盛新锂能募资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https://www.itdcw.com/news/dczk/0QG5I362026.html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锂电产业链周记 | 海外首次成为储能电芯主战场 宁德时代获海外储能大单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https://www.jiemian.com/article/14924890.html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关于公开征求《锂离子电池正极材料前驱体单位产品能源消耗限额》等15项行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https://www.miit.gov.cn/zwgk/wjgs/art/2026/art_7ac0ab73c8a84530ab8fdda120d4a005.html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2026-08-19</dc:title>
  <dc:subject>LFP daily briefing</dc:subject>
  <dc:creator>lifepo4_brief</dc:creator>
  <cp:lastModifiedBy>lifepo4_brief</cp:lastModifiedBy>
  <cp:revision>1</cp:revision>
  <dcterms:created xsi:type="dcterms:W3CDTF">2026-08-19T01:20:08Z</dcterms:created>
  <dcterms:modified xsi:type="dcterms:W3CDTF">2026-08-19T01:20:08Z</dcterms:modified>
</cp:coreProperties>
</file>