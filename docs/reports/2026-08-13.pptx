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三大主线：一是8C快充铁锂电池进入量产冲刺期，头部厂商已发布峰值10C、10%-80%充电5.25分钟的参数，快充性能竞争白热化；二是钛能化学宣布110亿元投向磷酸铁与钛白粉一体化项目，行业扩产热度不减；三是工信部对废旧动力电池回收政策踩下“急刹车”，叠加碳酸锂产线停产检修，上游供给收缩信号增强。政策端，超快充技术标准与湖北下一代电池布局值得关注。整体看，行业处于技术升级与产能扩张并行、政策规范趋严的窗口期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今日磷酸铁锂行业聚焦三大主线：一是8C快充铁锂电池进入量产冲刺期，头部厂商已发布峰值10C、10%-80%充电5.25分钟的参数，快充性能竞争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今日磷酸铁锂行业聚焦三大主线：一是8C快充铁锂电池进入量产冲刺期，头部厂商已发布峰值10C、10%-80%充电5.25分钟的参数，快充性能竞争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8C快充铁锂电芯已进入量产倒计时，头部厂商发布峰值10C、均值8C、10%-80%充电5.25分钟的参数，常温充电速度较比亚迪同类产品快2分钟以上，快充性能成为新一轮竞争焦点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8C快充铁锂电芯成为技术焦点，头部厂商发布峰值10C、均值8C、10%-80%充电5.25分钟的参数，常温充电速度较比亚迪同类产品快2分钟以上，计划2026Q4量产。超快充技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[4][5]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钛能化学宣布约110亿元投资，建设磷酸铁与钛白粉一体化项目，连落两子加码新能源材料。行业扩产热度不减，显示头部企业正通过一体化布局强化成本优势。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[2][6][7]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877824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又一碳酸锂产线停产检修，电池材料供不应求预期升温，H2有望步入上行通道。电池ETF连续2日吸金超4300万元，市场对锂电材料价格反弹持乐观态度。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今日磷酸铁锂行业聚焦三大主线：一是8C快充铁锂电池进入量产冲刺期，头部厂商已发布峰值10C、10%-80%充电5.25分钟的参数，快充性能竞争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C快充铁锂电芯已进入量产倒计时，头部厂商发布峰值10C、均值8C、10%-80%充电5.25分钟的参数，常温充电速度较比亚迪同类产品快2分钟以上，快充性能成为新一轮竞争焦点。同时，钛能化学110亿元磷酸铁及钛白粉一体化项目落地，显示上游材料扩产仍在加速。工信部废旧动力电池回收政策收紧，叠加碳酸锂产线停产检修，上游供给收缩预期升温。 [1][2][3]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充性能突破与上游扩产并行，反映行业正从产能竞争转向技术+成本双轮驱动。8C快充铁锂的量产将直接冲击现有快充市场格局，对电池厂、主机厂及上游材料供应商均产生传导效应。钛能化学110亿元项目剑指磷酸铁一体化，将强化其成本优势，可能挤压中小材料企业生存空间。工信部回收政策收紧，短期或增加电池厂合规成本，长期利好具备回收渠道的龙头企业。碳酸锂产线检修则可能推动锂价阶段性反弹，需关注对铁锂正极材料成本的传导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8C快充铁锂电芯按计划于2026Q4量产，则可能带动快充桩功率升级需求，并迫使二线电池厂加速跟进高倍率技术路线；若碳酸锂检修导致供给持续收缩，则可能推动铁锂正极价格阶段性上调，压缩电池厂毛利。跟踪指标：快充电芯装车数据、碳酸锂周度库存、钛能化学项目环评进展。证据边界：当前快充参数为厂商发布口径，实际量产性能需装车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商发布峰值10C均值8C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公开信息：8C快充铁锂电芯已进入量产倒计时，头部厂商发布峰值10C、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772400" y="2926080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9952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918704" y="35112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公开信息：8C快充铁锂电芯已进入量产倒计时，头部厂商发布峰值10C、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若8C快充铁锂电芯按计划于2026Q4量产，则可能带动快充桩功率升级需求，并迫使二线电池厂加速跟进高倍率技术路线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C快充铁锂电芯成为技术焦点，头部厂商发布峰值10C、均值8C、10%-80%充电5.25分钟的参数，常温充电速度较比亚迪同类产品快2分钟以上，计划2026Q4量产。超快充技术行业标准同步推进，湖北等地布局下一代电池技术。 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C快充铁锂的量产将重新定义快充市场格局，其常温充电速度领先优势明显，可能推动主机厂加速采用铁锂快充方案。超快充技术标准的制定将为行业提供统一规范，降低技术验证成本。湖北布局下一代电池，显示地方政府正通过差异化技术路线抢占产业高地，可能对现有铁锂产能形成长期替代压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8C快充铁锂电芯量产顺利，则可能推动快充桩功率向480kW以上升级，并带动高倍率电解液、导电剂等材料需求增长；若超快充标准落地，则可能加速行业洗牌，技术落后产能面临淘汰。跟踪指标：快充电芯装车量、超快充标准发布进度、湖北下一代电池项目进展。证据边界：快充参数为厂商发布口径，实际性能需第三方检测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商发布峰值10C均值8C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公开信息：8C快充铁锂电芯成为技术焦点，头部厂商发布峰值10C、均值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772400" y="2926080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9952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918704" y="35112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公开信息：8C快充铁锂电芯成为技术焦点，头部厂商发布峰值10C、均值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若8C快充铁锂电芯量产顺利，则可能推动快充桩功率向480kW以上升级，并带动高倍率电解液、导电剂等材料需求增长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钛能化学宣布约110亿元投资，建设磷酸铁与钛白粉一体化项目，连落两子加码新能源材料。行业扩产热度不减，显示头部企业正通过一体化布局强化成本优势。 [2][6][7]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依据：[2][6][7]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钛能化学110亿元项目剑指磷酸铁与钛白粉一体化，通过产业链纵向整合降低原材料成本，提升产品竞争力。此举可能引发行业跟风，加速中小材料企业出清。同时，扩产项目落地将增加未来磷酸铁供给，需关注产能释放节奏与下游需求匹配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钛能化学一体化项目按期投产，则可能显著降低其磷酸铁生产成本，对现有供应商形成价格压力；若行业扩产项目集中释放，则可能导致磷酸铁产能过剩，价格承压。跟踪指标：项目环评与开工进度、磷酸铁月度产量、行业库存水平。证据边界：投资金额为公告口径，实际产能爬坡需时间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落地链路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82128" y="2029968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1396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13648" y="213969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钛能化学宣布约110亿元投资，建设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979408" y="2441448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596896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70662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613648" y="2706624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行业扩产热度不减，显示头部企业正通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79408" y="3008376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3163824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32735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613648" y="32735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[2][6][7] 钛能化学110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26680" y="453542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用企业、项目、产能、客户的链路承接文字结论。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若钛能化学一体化项目按期投产，则可能显著降低其磷酸铁生产成本，对现有供应商形成价格压力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又一碳酸锂产线停产检修，电池材料供不应求预期升温，H2有望步入上行通道。电池ETF连续2日吸金超4300万元，市场对锂电材料价格反弹持乐观态度。 [8]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依据：[8]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产线停产检修减少供给，叠加下游需求回暖，市场预期材料价格将进入上行通道。电池ETF资金流入反映市场情绪改善，但需警惕供给收缩的持续性。若锂价反弹，将直接推高铁锂正极成本，压缩电池厂毛利，但具备一体化布局的企业抗压能力更强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检修导致供给持续收缩，则可能推动锂价阶段性反弹，铁锂正极价格跟涨，电池厂盈利承压；若下游需求不及预期，则价格反弹可能夭折。跟踪指标：碳酸锂周度库存、正极材料报价、电池厂排产计划。证据边界：检修影响量为市场估算，实际复产时间待跟踪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45552" y="3063240"/>
            <a:ext cx="2432304" cy="0"/>
          </a:xfrm>
          <a:prstGeom prst="line">
            <a:avLst/>
          </a:prstGeom>
          <a:noFill/>
          <a:ln w="15240">
            <a:solidFill>
              <a:srgbClr val="4870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889504"/>
            <a:ext cx="384048" cy="347472"/>
          </a:xfrm>
          <a:prstGeom prst="rightArrow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3101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28432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又一碳酸锂产线停产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8686800" y="3063240"/>
            <a:ext cx="402336" cy="685800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3639312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373989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8522208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电池ETF连续2日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9345168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98864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0304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180576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 碳酸锂产线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7726680" y="45171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参考鱼骨图逻辑，只表达来源文本中的原因和影响。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若碳酸锂检修导致供给持续收缩，则可能推动锂价阶段性反弹，铁锂正极价格跟涨，电池厂盈利承压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工信部对废旧动力电池回收政策踩下“急刹车”，释放规范行业信号。超快充技术行业标准同步推进，政策端对技术路线和回收体系的规范力度加强。 [1][9][4]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依据：[1][9][4]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收紧回收政策，短期增加电池厂和回收企业的合规成本，长期利好具备渠道和技术优势的龙头企业。超快充标准制定将统一技术门槛，可能加速行业洗牌。政策端对技术路线和回收体系的规范，显示监管层正推动行业从粗放扩张转向高质量发展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回收政策细则落地，则可能提高行业准入门槛，中小回收企业面临出清，龙头份额提升；若超快充标准强制实施，则技术不达标产能可能被限制。跟踪指标：回收政策细则发布时间、超快充标准征求意见稿、行业合规成本变化。证据边界：政策影响为初步解读，具体执行力度待观察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工信部对废旧动力电池回收政策踩下“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超快充技术行业标准同步推进，政策端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[1][9][4] 工信部收紧回收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若回收政策细则落地，则可能提高行业准入门槛，中小回收企业面临出清，龙头份额提升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8C快充铁锂电芯常温充电速度较比亚迪同类产品快2分钟以上，快充性能竞争白热化。全球车企转向“选择性纯电动化”，福特等调整战略聚焦低价车型，铁锂需求结构或生变。 [10]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依据：[10]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C快充铁锂的领先性能对现有快充产品形成直接竞争压力，可能迫使竞品加速技术迭代。全球车企转向选择性纯电动化，聚焦低价车型，利好铁锂在中低端市场的渗透，但高端市场可能转向其他技术路线。竞品动态显示，快充性能和成本控制是当前竞争核心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8C快充铁锂量产性能与发布参数一致，则可能抢占比亚迪等竞品在中高端快充市场的份额；若车企选择性纯电动化趋势加强，则铁锂在低价车型的渗透率可能进一步提升。跟踪指标：快充电芯装车量、竞品技术迭代进度、车企新车型电池选型。证据边界：竞品对比数据为厂商发布口径，实际性能需第三方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8C快充铁锂电芯常温充电速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全球车企转向“选择性纯电动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8C快充铁锂的领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8C快充铁锂电芯常温充电速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若8C快充铁锂量产性能与发布参数一致，则可能抢占比亚迪等竞品在中高端快充市场的份额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8C快充铁锂量产、碳酸锂供给收缩、回收政策利好龙头。风险：扩产项目集中释放导致产能过剩、锂价反弹压缩电池厂毛利、技术路线快速迭代带来替代风险。观察：湖北下一代电池布局、AI算力浪潮对储能需求的拉动。 [8][1][5][11]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依据：[8][1][5][11]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C快充铁锂量产带来技术领先机会，碳酸锂检修提供价格反弹窗口，回收政策利好具备渠道优势的龙头。但110亿元扩产项目可能加剧产能过剩，锂价反弹侵蚀电池厂利润，下一代电池技术可能对铁锂形成长期替代。AI算力浪潮带动储能需求，为铁锂在储能领域提供增量空间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8C快充铁锂量产顺利且碳酸锂供给持续收缩，则行业可能迎来量价齐升窗口；若扩产项目集中投产导致产能过剩，则价格战风险上升。跟踪指标：快充电芯装车量、碳酸锂库存、扩产项目投产进度、储能招标量。证据边界：多因素叠加影响需持续跟踪验证，单一事件不构成趋势判断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机会：8C快充铁锂量产、碳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风险：扩产项目集中释放导致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观察：湖北下一代电池布局、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机会：8C快充铁锂量产、碳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若8C快充铁锂量产顺利且碳酸锂供给持续收缩，则行业可能迎来量价齐升窗口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工信部重磅出手！废旧动力电池回收政策“急刹车”，释放什么信号？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https://finance.sina.cn/2026-08-12/detail-inimzcpv3798097.d.html?vt=4&amp;cid=76729&amp;node_id=76729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110亿元！002145，大动作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https://finance.sina.cn/2026-08-12/detail-inimzivu5358370.d.html?vt=4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工信部重磅出手！废旧动力电池回收政策“急刹车”，释放什么信号？ - 新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https://news.google.com/rss/articles/CBMimAFBVV95cUxNUG9tTmtYejhVRkdNM2dIMkM0ZWR5RF95Mk1LZDYzdDR4elkwdlFyZmJ5eUhxWS1aZU1EVllNX3I0cHc0UUdNRE52cUxiMXlFYkY1TVM2dE1ycHVhZlMxMzB5bkh0R0ROMERGRFNXcGIwU09SbXZNYkR4VzY5V2toVlphbV9uWFBySDMxQ1FLdVR1cEt6VXU5VA?oc=5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超快充技术行业现状与标准解析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https://www.sina.cn/news/article/ninavxa5067833.html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“锂”还在狂奔，湖北悄悄布局下一代电池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https://m.sohu.com/a/1062011596_121019331?scm=10001.325_13-325_13.0.0-0-0-0-0.5_1334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钛能化学拟斥资约110亿元加码新能源材料 双项目剑指磷酸铁与钛白粉一体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https://finance.sina.cn/2026-08-11/detail-inimyhiz0569172.d.html?vt=4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磷酸铁锂赛道再迎110亿元投资！钛能化学连落两子 - Sohu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https://news.google.com/rss/articles/CBMijAFBVV95cUxOQUlqa0hHR21JbHR2bkNscVhHcFJrYnNuSTdCR0pMc0JwTTE5UEgzS0JzQ3czaFoxY3BUSTFPMGRVSnVLblBjVDBTQkI0MVJCQl9vQ3A2d0tLdU9zb1BHeExLRGZHSlRlN0tEakVLMkV2Ny1OT2dPY2ZjUEx2dFZLYURfUkF5d1RQUHdrMg?oc=5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又一碳酸锂产线停产检修!天华新能涨超5%，电池ETF汇添富(15979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https://news.google.com/rss/articles/CBMiWEFVX3lxTE9oWDVIWTd5djJxcDAwUUNEdS03RjJpVElOM0I4ME82OFdselpfOW5CQ1RrZHdjNDMxa1llVmpJWXJ1aUFDZkIxeUd6U2RRNnZYUGRSOEh5STk?oc=5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打通动力电池回收利用全链条 - 川观新闻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https://news.google.com/rss/articles/CBMiTkFVX3lxTFBuMWlHdDJ6d2o2dG1pY3FxWXhhTlB3MWRnUE01dDZtNnVLMGFQVzk1OXZGUHpLOGYtTHB0VkVYVUZac0ZrdHZTcmo2Y3U0UQ?oc=5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全球车企转向"选择性纯电动化"，福特等调整战略聚焦低价车型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https://molihua.org/mh-193950/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国海证券：AI算力浪潮驱动电力重构 锂电储能风电景气共振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https://www.moomoo.com/hans/news/post/74524480/guohai-securities-ai-computing-power-boom-drives-power-sector-restructuring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【正极材料周报】容百科技磷酸铁锂即将大幅上量！宁德时代枧下窝锂矿仍处于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https://www.itdcw.com/news/dczk/0Q015H0H026.html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【正极材料周报】30万吨钠电正极项目落地湖北仙桃！天力锂能及实控人被立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https://www.itdcw.com/news/dczk/0P315FJ2026.html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https://www.miit.gov.cn/zwgk/zcjd/index.html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政策文件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https://www.miit.gov.cn/zwgk/zcwj/index.html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2026-08-13</dc:title>
  <dc:subject>LFP daily briefing</dc:subject>
  <dc:creator>lifepo4_brief</dc:creator>
  <cp:lastModifiedBy>lifepo4_brief</cp:lastModifiedBy>
  <cp:revision>1</cp:revision>
  <dcterms:created xsi:type="dcterms:W3CDTF">2026-08-13T01:19:54Z</dcterms:created>
  <dcterms:modified xsi:type="dcterms:W3CDTF">2026-08-13T01:19:54Z</dcterms:modified>
</cp:coreProperties>
</file>