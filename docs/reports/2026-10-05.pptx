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信号集中在高压实产品量产与产能扩张。当升科技三代半高压实磷酸铁锂已稳定量产供货，四代半产品推进中，机构调研认为行业景气度有望延续至2027年。同时，一个月内五大磷酸铁锂项目更新，合计产能132万吨，供给端扩张明显。政策面，新型储能迎来政策利好，电池回收与绿色制造体系深化，但固态电池、钠电池等竞品路线亦在推进。整体看，高压实产品迭代与产能释放并行，需关注需求增速能否匹配供给扩张，以及新技术路线对铁锂份额的潜在分流。</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今日磷酸铁锂行业信号集中在高压实产品量产与产能扩张。当升科技三代半高压实磷酸铁锂已稳定量产供货，四代半产品推进中，机构调研认为行业景气度有望延</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今日磷酸铁锂行业信号集中在高压实产品量产与产能扩张。当升科技三代半高压实磷酸铁锂已稳定量产供货，四代半产品推进中，机构调研认为行业景气度有望延</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1316736"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高压实磷酸铁锂产品加速量产，当升科技三代半已稳定供货，四代半在推进；机构调研显示行业景气度有望延续至2027年。同时，一个月内五大磷酸铁锂项目更新，合计产能132万吨，供给端</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2194560"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当升科技三代半高压实磷酸铁锂已稳定量产供货，四代半产品在推进中；机构调研认为高压实磷酸铁锂材料景气度有望延续至2027年。同时，固态电池规划2030年规模化应用，钠电池产业化</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[1][3][4][5]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一个月内五大磷酸铁锂项目更新进展，合计产能132万吨，供给端扩张明显。当升科技高压实产品已稳定量产供货，客户结构可能涉及动力和储能领域。机构调研显示行业景气度延续至2027年</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[2][1]</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高压实磷酸铁锂产品量产可能带来结构性溢价，但行业整体产能扩张132万吨，供给增加可能压制价格。新型储能政策利好有望支撑需求，但电池回收和绿色制造要求可能增加合规成本。当前缺乏</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[1][2][6]</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今日磷酸铁锂行业信号集中在高压实产品量产与产能扩张。当升科技三代半高压实磷酸铁锂已稳定量产供货，四代半产品推进中，机构调研认为行业景气度有望延</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产品加速量产，当升科技三代半已稳定供货，四代半在推进；机构调研显示行业景气度有望延续至2027年。同时，一个月内五大磷酸铁锂项目更新，合计产能132万吨，供给端扩张显著。政策面，新型储能获政策利好，电池回收与绿色制造体系深化。整体看，产品升级与产能释放并行，但需警惕供给增速超过需求的风险。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产品量产与产能扩张信号并存，前者指向技术壁垒和产品结构升级，后者指向行业供给增加。若高压实产品渗透率提升，头部企业可能通过产品差异化维持盈利；但132万吨项目更新表明行业扩产仍在继续，若需求增速不及供给，价格竞争压力可能加大。政策对新型储能的支持有助于消化部分产能，但具体落地节奏尚需观察。</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渗透率持续提升且储能政策落地带动需求，则头部企业可能通过产品结构优化缓解价格压力；若产能释放速度超过需求增速，则行业盈利可能承压。跟踪指标：高压实产品出货占比、磷酸铁锂月度产量与库存、储能招标规模。证据边界：当前信息基于机构调研和项目公告，实际需求数据需进一步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高压实磷酸铁锂产品加速量产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机构调研显示行业景气度有望</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同时，一个月内五大磷酸铁锂</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高压实磷酸铁锂产品加速量产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若高压实产品渗透率持续提升且储能政策落地带动需求，则头部企业可能通过产品结构优化缓解价格压力</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当升科技三代半高压实磷酸铁锂已稳定量产供货，四代半产品在推进中；机构调研认为高压实磷酸铁锂材料景气度有望延续至2027年。同时，固态电池规划2030年规模化应用，钠电池产业化讨论升温，新型电池规划强调“规模化”不等于全面上车。 [1][3][4][5]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依据：[1][3][4][5]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产品量产是铁锂技术升级的重要方向，可提升能量密度，满足中高端车型需求。当升科技三代半稳定供货表明该路线已具备商业化条件，四代半推进则意味着技术迭代仍在继续。但固态电池和钠电池的进展可能在中长期对铁锂形成竞争，尤其是固态电池若按规划2030年规模化，将影响高端市场格局。新型电池规划强调“三把尺”，暗示政策对技术路线持开放但审慎态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持续迭代并获更多车企定点，则铁锂在中高端车型中的份额可能提升；若固态电池或钠电池在2030年前实现超预期商业化，则铁锂在部分应用场景可能被替代。跟踪指标：当升科技四代半产品客户验证进度、固态电池量产时间表、钠电池成本曲线。证据边界：固态电池和钠电池信息多为规划性描述，实际产业化进度需跟踪。</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当升科技三代半高压实磷酸铁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机构调研认为高压实磷酸铁锂</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同时，固态电池规划2030</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当升科技三代半高压实磷酸铁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若高压实产品持续迭代并获更多车企定点，则铁锂在中高端车型中的份额可能提升</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一个月内五大磷酸铁锂项目更新进展，合计产能132万吨，供给端扩张明显。当升科技高压实产品已稳定量产供货，客户结构可能涉及动力和储能领域。机构调研显示行业景气度延续至2027年，但具体订单能见度需进一步确认。 [2][1]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132万吨项目更新表明行业扩产仍在加速，可能加剧未来供给过剩风险。当升科技作为高压实产品供应商，其稳定量产供货意味着已获得下游客户认可，但未披露具体客户名称和订单量。机构调研对景气度的乐观判断可能基于当前需求，但若产能集中释放，供需格局可能转变。需要关注项目投产节奏和下游需求匹配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132万吨项目按期投产且下游需求增速低于供给，则磷酸铁锂价格可能承压，行业开工率下降；若储能需求超预期增长，则产能消化速度可能加快。跟踪指标：项目投产时间表、磷酸铁锂月度开工率、储能电池招标量。证据边界：项目更新信息未披露具体投产时间和达产进度，需持续跟踪。</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一个月内五大磷酸铁锂项目更</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当升科技高压实产品已稳定量</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机构调研显示行业景气度延续</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一个月内五大磷酸铁锂项目更</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若132万吨项目按期投产且下游需求增速低于供给，则磷酸铁锂价格可能承压，行业开工率下降</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磷酸铁锂产品量产可能带来结构性溢价，但行业整体产能扩张132万吨，供给增加可能压制价格。新型储能政策利好有望支撑需求，但电池回收和绿色制造要求可能增加合规成本。当前缺乏具体价格数据，盈利压力需结合供需动态评估。 [1][2][6]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产品因技术壁垒可能享有一定溢价，当升科技三代半稳定供货表明其具备先发优势。但行业整体扩产规模较大，若需求不能同步增长，普通磷酸铁锂产品价格可能面临下行压力。政策对新型储能的利好有助于创造增量需求，但电池回收政策可能推高生产成本。盈利分化可能加剧，高压实产品占比高的企业相对抗压。</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溢价维持且储能需求放量，则头部企业盈利可能保持稳定；若普通产品供给过剩加剧，则行业整体价格中枢可能下移。跟踪指标：磷酸铁锂市场均价、高压实与普通产品价差、储能电池中标价格。证据边界：当前缺乏具体价格数据，需从第三方报价平台获取验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高压实磷酸铁锂产品量产可能</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新型储能政策利好有望支撑需</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当前缺乏具体价格数据，盈利</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高压实磷酸铁锂产品量产可能</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若高压实产品溢价维持且储能需求放量，则头部企业盈利可能保持稳定</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新型储能迎来政策利好，电池回收政策推动全链条绿色升级，绿色制造体系进一步深化。同时，新型电池规划强调“规模化”不等于全面上车，给汽车业设下三把尺，暗示技术路线审批可能趋严。锂离子电池行业规范相关讨论也在进行。 [6][7][4][5]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依据：[6][7][4][5]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储能政策利好直接拉动磷酸铁锂需求，因为储能电池以铁锂为主。电池回收和绿色制造政策可能增加企业环保投入，但长期有利于行业规范发展。新型电池规划的三把尺可能意味着对固态电池等新技术的上车持审慎态度，这对铁锂是相对利好，因为铁锂技术成熟、安全性高。但政策具体执行力度和标准尚不明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政策细则落地且招标规模扩大，则磷酸铁锂需求可能获得支撑；若电池回收合规成本大幅上升，则中小企业可能面临退出压力。跟踪指标：储能政策实施细则、电池回收白名单企业数量、绿色制造标准执行情况。证据边界：政策多为方向性指引，具体影响需等待细则出台。</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新型储能迎来政策利好，电池回收政策</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同时，新型电池规划强调“规模化”不</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锂离子电池行业规范相关讨论也在进行</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若储能政策细则落地且招标规模扩大，则磷酸铁锂需求可能获得支撑</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固态电池规划2030年规模化应用，钠电池产业化讨论升温，氢能路线被指“凉了”而中国在氢能领域碾压式超越。新型电池规划强调“规模化”不等于全面上车，竞品路线对铁锂的替代威胁尚需时间验证。 [3][5][8]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依据：[3][5][8]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和钠电池是磷酸铁锂的主要潜在竞品。固态电池若按规划2030年规模化，将主要冲击高端电动车市场，但铁锂在中低端和储能领域仍有成本优势。钠电池在储能和低速车领域可能形成补充，但能量密度劣势限制其替代范围。氢能路线在乘用车领域进展缓慢，对铁锂影响有限。竞品路线的实际产业化进度是判断铁锂长期份额的关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在2030年前实现规模化且成本下降，则铁锂在高端车型份额可能被侵蚀；若钠电池在储能领域大规模应用，则铁锂在储能份额可能部分分流。跟踪指标：固态电池量产装车时间、钠电池储能项目招标量、氢能燃料电池成本。证据边界：竞品信息多为规划或讨论，实际产业化进度需持续跟踪。</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固态电池规划2030年规模</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新型电池规划强调“规模化”</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[3][5][8] 固态电</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固态电池规划2030年规模</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若固态电池在2030年前实现规模化且成本下降，则铁锂在高端车型份额可能被侵蚀</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方面，高压实产品量产和储能政策利好可能支撑头部企业盈利；风险方面，132万吨产能扩张可能加剧供给过剩，竞品路线中长期形成替代威胁。需观察高压实产品渗透率、储能招标规模、竞品产业化进度等指标。 [1][2][6][3]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依据：[1][2][6][3]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当前行业处于产品升级与产能扩张并行阶段。高压实产品为头部企业提供差异化竞争机会，但行业整体扩产规模较大，若需求增速放缓，价格竞争可能加剧。储能政策是需求端的重要变量，但落地节奏不确定。竞品路线虽未成熟，但中长期可能改变市场格局。需要平衡短期景气与长期供给风险。</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渗透率快速提升且储能需求超预期，则行业景气度可能延续；若产能过剩加剧且竞品加速替代，则行业盈利可能下滑。跟踪指标：高压实产品月度出货量、磷酸铁锂行业库存、固态电池装车量。证据边界：当前判断基于有限信息，需持续跟踪供需和竞品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机会方面，高压实产品量产和</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风险方面，132万吨产能扩</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需观察高压实产品渗透率、储</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机会方面，高压实产品量产和</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若高压实产品渗透率快速提升且储能需求超预期，则行业景气度可能延续</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机构调研:磷酸铁锂景气度延续到2027年</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23kq76XDGy_uUsKrh5emqtcHhtuBhukPFqXa8Fplpd9XK7XgYaO2Np4h-RuW_8eT45BXIEmiW5sm5X9OHUEsKdlkRy8hqEu1p9QtWDkP9rPMzpuApgPFa-037Y49q4lmqWmCgDFGZUEefThBzIFeCVGZr15is2PE9Fx-Q8-IaeXVhng_jdmfRVz09GMEAaUnj2dGZ5qA132qmoLFA1wHX9Ae0f8bRARvQ..&amp;type=2&amp;query=%E9%93%81%E9%94%82 %E9%AB%98%E5%8E%8B%E5%AE%9E %E6%AD%A3%E6%9E%81%E6%9D%90%E6%96%99 %E9%87%8F%E4%BA%A7&amp;token=C8C177866C272F40C7CE95C7F4EF5107C8C787986AC31553</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132万吨！一个月内五大磷酸铁锂项目更新进展 - 手机新浪网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https://news.google.com/rss/articles/CBMickFVX3lxTE9BRlhUdnJxSkhlLTEwYkttNlhPaW5lLVgwYjl0NWxicG9HakZVTXl1V1pzSk5ybDU2V2N0bDBaOHgtbkdIOWo5dmoxZFhnLTZIQlZ5eWx1WE56bFVqVndKeGJDdlRhQ2VoTnJJOGJ6M2FuZw?oc=5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2030 规模化应用，固态电池真的要来了？ - 电子工程专辑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https://www.eet-china.com/mp/a528862.html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“规模化”不等于全面上车：新型电池规划给汽车业设下三把尺 - inab</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https://inabr.com/news/23450</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年年喊“元年”，钠电池这次有何不一样？ - 搜狐网</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https://www.sohu.com/a/1084021485_120988576?scm=10001.325_13-325_13.0.0-0-0-0-0.5_1334</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新型储能迎来政策利好 低PE+高增长潜力股出炉 - 证券时报网</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https://www.stcn.com/article/detail/4206255.html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环保行业周报：新型电池全链条绿色升级，绿色制造体系进一步深化_行业研究</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https://stock.stockstar.com/JC2026100400000736.shtml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美日韩氢能"凉了"？中国已碾压式超越!正复制下一个"宁德时代" - 搜</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https://m.sohu.com/a/1083993480_122574932?scm=10001.325_13-325_13.0.0-0-0-0-0.5_1334</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【正极材料周报】湖南裕能再扩海外磷酸铁锂产能！星恒电源于四川广元落地材</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https://www.itdcw.com/news/dczk/092Q5QC2026.html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正力新能上半年动力电池收入45.77亿元 储能电池收入增长近8倍_电池网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https://www.itdcw.com/news/qiye/0Z115L232026.html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【正极材料周报】厦钨新能年产4万吨材料项目开工！宁德时代再度加码锂资源</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https://www.itdcw.com/news/dczk/092115P3R026.html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2026-10-05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国新办举行国务院政策例行吹风会 介绍加强中小企业回款难问题治理有关工作</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http://www.miit.gov.cn/xwfb/bldhd/art/2026/art_7285ee48244d4f20b0f127c7f013ec11.html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四部门关于开展2026年度享受增值税加计抵减政策的集成电路企业清单制定</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http://www.miit.gov.cn/zwgk/zcwj/wjfb/tz/art/2026/art_7d2e760b4be94217b8f55caec840b30d.html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2026-10-05</dc:title>
  <dc:subject>LFP daily briefing</dc:subject>
  <dc:creator>lifepo4_brief</dc:creator>
  <cp:lastModifiedBy>lifepo4_brief</cp:lastModifiedBy>
  <cp:revision>1</cp:revision>
  <dcterms:created xsi:type="dcterms:W3CDTF">2026-10-05T03:12:08Z</dcterms:created>
  <dcterms:modified xsi:type="dcterms:W3CDTF">2026-10-05T03:12:08Z</dcterms:modified>
</cp:coreProperties>
</file>