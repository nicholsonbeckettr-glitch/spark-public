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呈现供需紧平衡与政策收紧并行的态势。供给端，行业周度报价全线上调，碳酸锂价格震荡走高，下游备货情绪积极；需求端，下游旺季备货积极性增强。政策端，工信部对废旧动力电池回收政策“急刹车”，释放出规范行业、强化监管的明确信号。同时，行业扩产热度不减，钛能化学拟投资110亿元加码产能项目，显示头部企业仍看好长期需求。整体来看，短期价格支撑较强，但需关注政策变动对回收及上游材料成本的影响。</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今日磷酸铁锂行业呈现供需紧平衡与政策收紧并行的态势。供给端，行业周度报价全线上调，碳酸锂价格震荡走高，下游备货情绪积极；需求端，下游旺季备货积</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今日磷酸铁锂行业呈现供需紧平衡与政策收紧并行的态势。供给端，行业周度报价全线上调，碳酸锂价格震荡走高，下游备货情绪积极；需求端，下游旺季备货积</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磷酸铁锂正极材料供需紧平衡格局延续，周度报价全线上调，碳酸锂价格震荡走高带动下游备货潮。政策端，工信部对废旧动力电池回收政策“急刹车”，行业监管趋严。钛能化学拟投110亿元扩</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固态电池技术成为行业关注焦点，9月长沙将举办相关大会。同时，碳纳米管产业在2026年迎来标准落地与产能跃升，作为锂离子电池关键辅材，其技术进步或对磷酸铁锂电芯性能提升产生积极</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行业扩产热度不减，钛能化学拟投资约110亿元加码多个产能项目。同时，大众落地大连合资电池企业，完善国内动力电池本土化配套布局，有望带动上游材料需求。</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[3][6][7]</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磷酸铁锂周度报价全线上调，碳酸锂价格震荡走高，带动下游备货潮。但碳酸锂现货成交偏弱，远端预期修复，预计下半年逐月去库，价格走势仍需观察。</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[1][8]</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今日磷酸铁锂行业呈现供需紧平衡与政策收紧并行的态势。供给端，行业周度报价全线上调，碳酸锂价格震荡走高，下游备货情绪积极；需求端，下游旺季备货积</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正极材料供需紧平衡格局延续，周度报价全线上调，碳酸锂价格震荡走高带动下游备货潮。政策端，工信部对废旧动力电池回收政策“急刹车”，行业监管趋严。钛能化学拟投110亿元扩产，显示行业资本开支热度不减。短期价格支撑较强，但需警惕政策变动对回收产业链及上游材料成本的传导影响。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供需紧平衡与价格上调信号相互印证，表明当前行业景气度较高。工信部对回收政策的调整，可能影响废旧电池的流通与处理成本，进而传导至上游锂资源供给预期。钛能化学的巨额扩产计划，则反映了头部企业对未来需求的乐观判断，但也可能加剧远期产能过剩风险。需要进一步调研政策细则及扩产项目的实际落地进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持续走高且下游备货需求旺盛，则磷酸铁锂正极材料价格有望在短期内维持上行趋势，需跟踪碳酸锂期货价格及主流厂商的周度报价。若工信部回收新政细则落地，则可能重塑废旧电池回收渠道，影响锂资源供给预期，需关注政策具体条款及对回收企业成本的影响。若钛能化学110亿扩产项目顺利推进，则可能在未来1-2年加剧行业供给竞争，需跟踪项目投产进度及行业整体产能利用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磷酸铁锂正极材料供需紧平衡</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政策端，工信部对废旧动力电</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钛能化学拟投110亿元扩产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磷酸铁锂正极材料供需紧平衡</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若碳酸锂价格持续走高且下游备货需求旺盛，则磷酸铁锂正极材料价格有望在短期内维持上行趋势，需跟踪碳酸锂期货价格及主流厂商的周度报价</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固态电池技术成为行业关注焦点，9月长沙将举办相关大会。同时，碳纳米管产业在2026年迎来标准落地与产能跃升，作为锂离子电池关键辅材，其技术进步或对磷酸铁锂电芯性能提升产生积极影响。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大会的召开预示着下一代电池技术的产业化进程可能加速，这将对现有液态锂电池体系构成长期挑战。碳纳米管标准的落地和产能跃升，则表明其在提升电池导电性和能量密度方面的作用日益受到重视，可能成为磷酸铁锂电芯升级的重要方向。需要关注固态电池技术突破的实质性进展以及碳纳米管在磷酸铁锂体系中的渗透率变化。</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在9月大会后公布重大技术进展或量产时间表，则可能加速行业技术路线分化，对现有磷酸铁锂产能投资预期产生影响，需跟踪大会发布的技术指标和合作项目。若碳纳米管在磷酸铁锂中的应用成本进一步下降，则可能提升电芯快充和循环性能，增强其市场竞争力，需跟踪相关材料厂商的订单和客户验证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固态电池技术成为行业关注焦</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同时，碳纳米管产业在202</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[4][5] 固态电池大会</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固态电池技术成为行业关注焦</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若固态电池在9月大会后公布重大技术进展或量产时间表，则可能加速行业技术路线分化，对现有磷酸铁锂产能投资预期产生影响，需跟踪大会发布的技术指标和合作项目</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行业扩产热度不减，钛能化学拟投资约110亿元加码多个产能项目。同时，大众落地大连合资电池企业，完善国内动力电池本土化配套布局，有望带动上游材料需求。 [3][6][7]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依据：[3][6][7]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钛能化学的巨额投资表明行业头部企业仍看好中长期需求，但大规模扩产也可能加剧未来供给过剩风险。大众在大连设立合资电池企业，是外资车企深化本土化供应链的又一举措，将直接拉动对包括磷酸铁锂在内的电池材料需求，并可能带动周边配套产业链发展。需要关注新扩产项目的产品定位及客户结构，以及大众大连工厂的投产时间和采购策略。</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钛能化学的110亿项目在2026年内顺利开工并投产，则可能在未来两年内显著提升行业供给能力，对价格形成压力，需跟踪项目环评、设备招标及投产进度。若大众大连电池工厂进入量产阶段，则可能为国内磷酸铁锂供应商带来新的增量订单，需关注其供应链招标结果及对本土材料企业的采购量。</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行业扩产热度不减，钛能化学</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同时，大众落地大连合资电池</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[3][6][7] 钛能化</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行业扩产热度不减，钛能化学</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若钛能化学的110亿项目在2026年内顺利开工并投产，则可能在未来两年内显著提升行业供给能力，对价格形成压力，需跟踪项目环评、设备招标及投产进度</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磷酸铁锂周度报价全线上调，碳酸锂价格震荡走高，带动下游备货潮。但碳酸锂现货成交偏弱，远端预期修复，预计下半年逐月去库，价格走势仍需观察。 [1][8]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短期价格上调与下游备货形成正反馈，显示市场情绪乐观。然而，碳酸锂现货成交偏弱与远端预期修复并存，表明市场对远期价格存在分歧。若下半年碳酸锂逐月去库，则可能对价格形成支撑，但需警惕需求不及预期导致的库存积压。价格上行能否持续，取决于下游实际需求强度与上游供给释放速度的匹配程度。</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在下半年持续去库并企稳回升，则磷酸铁锂正极材料价格有望获得成本支撑，相关企业盈利空间可能改善，需跟踪碳酸锂周度库存数据及现货成交价。若下游需求不及预期，导致备货潮退去，则价格可能回落，需关注电池厂开工率及终端新能源汽车销量数据。</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磷酸铁锂周度报价全</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但碳酸锂现货成交偏</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[1][8] 短期</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若碳酸锂价格在下半年持续去库并企稳回升，则磷酸铁锂正极材料价格有望获得成本支撑，相关企业盈利空间可能改善，需跟踪碳酸锂周度库存数据及现货成交价</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工信部对废旧动力电池回收政策“急刹车”，释放出规范行业、强化监管的明确信号。宁夏等地也出台政策支持退役光伏设备和废旧动力电池回收循环利用。 [2][9][10]</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依据：[2][9][10]</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对回收政策的调整，可能旨在解决行业存在的无序竞争、环保不达标等问题，短期或对不合规的回收企业造成冲击，长期则有利于行业健康发展。宁夏等地的支持政策，则表明地方政府仍在积极布局循环经济产业。政策趋严将提升回收行业的进入门槛，可能影响废旧电池的流通价格和渠道，进而对上游锂资源供给产生间接影响。</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工信部回收新政细则落地并严格执行，则可能淘汰一批不合规产能，推动废旧电池流向正规渠道，短期可能造成回收成本上升，需跟踪政策细则及对回收企业开工率的影响。若地方政府的支持政策与中央监管形成合力，则有望构建更规范的回收体系，长期利好具备技术和渠道优势的回收企业，需关注相关配套措施和补贴细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工信部对废旧动力电池回收政策“急刹</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宁夏等地也出台政策支持退役光伏设备</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[2][9][10] 工信部对回收</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若工信部回收新政细则落地并严格执行，则可能淘汰一批不合规产能，推动废旧电池流向正规渠道，短期可能造成回收成本上升，需跟踪政策细则及对回收企业开工率的影响</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大众落地大连合资电池企业，完善国内动力电池本土化配套布局。同时，豪鹏科技发布2026年度向特定对象发行A股股票募集说明书，拟进行融资扩产。 [7][11]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依据：[7][11]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大众等外资车企通过合资建厂深度绑定国内供应链，将加剧本土电池企业间的竞争，但也为上游材料商带来新的客户资源。豪鹏科技等企业的融资扩产行为，表明行业内中小企业也在积极寻求资金支持以扩大规模，应对头部企业的竞争压力。未来行业竞争格局可能进一步分化，具备技术、成本和客户优势的企业将胜出。</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大众大连工厂开始批量采购，则可能改变东北地区动力电池供应链格局，为具备区位优势的材料企业带来机遇，需跟踪其供应商名单及采购规模。若豪鹏科技等企业成功募资并投产，则可能在中低端市场加剧竞争，需关注其募投项目进展及产品差异化策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大众落地大连合资电池企业，</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同时，豪鹏科技发布2026</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[7][11] 大众等外资</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大众落地大连合资电池企业，</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若大众大连工厂开始批量采购，则可能改变东北地区动力电池供应链格局，为具备区位优势的材料企业带来机遇，需跟踪其供应商名单及采购规模</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机会在于供需紧平衡下的价格上行与下游备货需求；风险在于政策变动（如回收政策收紧）和远期产能过剩；观察点包括碳酸锂价格走势、工信部新政细则、钛能化学等扩产项目进度。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当前行业处于短期景气与长期隐忧并存的阶段。短期价格上行带来盈利改善机会，但需警惕政策变动带来的成本冲击。大规模扩产计划预示着未来供给压力，而技术路线（如固态电池）的演进则可能颠覆现有格局。市场参与者需密切关注政策、价格、产能和技术等多重信号的演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维持强势且下游需求持续释放，则行业短期盈利有望改善，可关注具备成本优势的龙头企业，需跟踪月度装机数据和材料报价。若工信部回收新政导致上游锂资源供给收紧，则可能推高碳酸锂价格，利好拥有锂资源的企业，需跟踪政策执行力度和锂矿拍卖价格。若固态电池技术取得突破性进展，则可能对现有磷酸铁锂产业构成颠覆性威胁，需关注头部企业的技术储备和研发投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机会在于供需紧平衡下的</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风险在于政策变动（如回</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观察点包括碳酸锂价格走</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观察点包括碳酸锂价格走</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若碳酸锂价格维持强势且下游需求持续释放，则行业短期盈利有望改善，可关注具备成本优势的龙头企业，需跟踪月度装机数据和材料报价</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“涨”声再起!磷酸铁锂周度报价全线上调,碳酸锂震荡走高引爆下游备货潮</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ynEZfCvVO4_2bTn1qaSSx8iDyCsr6KeZlqXa8Fplpd99ACzZvR1oFOU1Y_mhgG284mKT_HMW6HF-4OSiAoJ9sqG6wArXipfQ8GLKKUGyatUlVAtUE9LR2OCaNKXN9tJbIE_ygoxMlAfS4yhLxt1BCnhqlxAtSLOx1bTDblA_OjbA_sj6dX15xVlFH9pZ0v0FsChUMAtZxFh1_xofRUbhgndrgozfSg6bw..&amp;type=2&amp;query=%E7%A3%B7%E9%85%B8%E9%93%81%E9%94%82 %E6%AD%A3%E6%9E%81%E6%9D%90%E6%96%99 %E4%BB%B7%E6%A0%BC %E4%BE%9B%E9%9C%80&amp;token=2EFF2DBB050DC0A8BCBBE473E364CEA5BD1464A96A7BCA0E</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工信部重磅出手！废旧动力电池回收政策“急刹车”，释放什么信号？ - 新</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https://news.google.com/rss/articles/CBMiYkFVX3lxTFB1MkxyV2FMUWNJeFVkYUNGSkxlMDlOT0JpeVpncDBuQlFmZ0lsNVVuRU04TEFsdnpuSXIyVzM5UElkWnFvOGlQOHIxaE05bC1TeldVb3pvMWF4dlVKMmgzZ1N3?oc=5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110亿元！002145，大动作</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http://stock.10jqka.com.cn/20260812/c678871231.shtml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9月长沙大集结，固态电池有大消息了！</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https://www.eet-china.com/mp/a516292.html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透过亚洲杯买球可以在哪里买看碳纳米管产业2026年新格局：标准落地、产</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https://m.tgbus.com/kckc/wiki/topics/52jK4RvdX1Il-OkLwIJ.asp</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钛能化学：拟投资约110亿元加码多个产能项目建设</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https://emwap.eastmoney.com/a/202608113838251867.html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大众落地大连合资电池企业，完善国内动力电池本土化配套布局 - 盖世汽车</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https://news.google.com/rss/articles/CBMiUEFVX3lxTE9ETDlsT3NJZzZwZWlTVjNoejNLT2NFbmRtTkpENW05Tkpsa1FEMjkzOGhFUm9zbG1DV2RwazJ5dHd5SExHRHhobENLbzRPekd3?oc=5</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碳酸锂现货成交偏弱但远端预期修复 预计下半年逐月去库 - caiwen</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https://news.google.com/rss/articles/CBMiXEFVX3lxTE9weTItNTFXY1lPaFJTTWhnMGhPOENKd0VYamRfckVFcEJEak04LXA0QUVNYmMybWdzYl9LRmVVQXNUU0ZkeW9ocld6aWZValhsWjZ6eHRDUFdyVi0z?oc=5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工信部重磅出手！废旧动力电池回收政策“急刹车”，释放什么信号？</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https://www.sina.cn/news/article/nimzcpz4155315.html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宁夏：支持开展退役光伏设备 废旧动力电池回收循环利用 - 兰格钢铁网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https://news.google.com/rss/articles/CBMiWEFVX3lxTE9jeHp4cjZWNWdvSUF2VnFfQ2h2R0dvQkVuc05XMjd4UmxZVmNHZlRKYV9EMEV6OXFrNUk3RDVCRWhXQ3Ixb1dZbjZubGNma0lhZnY0cGtDelc?oc=5</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豪鹏科技(001283):深圳市豪鹏科技股份有限公司2026年度向特定</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https://www.cfi.net.cn/p20260811001578.html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【正极材料周报】容百科技磷酸铁锂即将大幅上量！宁德时代枧下窝锂矿仍处于</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https://www.itdcw.com/news/dczk/0Q015H0H026.html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2026-08-12</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【正极材料周报】30万吨钠电正极项目落地湖北仙桃！天力锂能及实控人被立</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https://www.itdcw.com/news/dczk/0P315FJ2026.html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动力电池从“灰盒”走向“白盒” 车企博弈核心组件定义权</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https://www.stcn.com/article/detail/4070361.html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政策文件</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https://www.miit.gov.cn/zwgk/zcwj/index.html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2026-08-12</dc:title>
  <dc:subject>LFP daily briefing</dc:subject>
  <dc:creator>lifepo4_brief</dc:creator>
  <cp:lastModifiedBy>lifepo4_brief</cp:lastModifiedBy>
  <cp:revision>1</cp:revision>
  <dcterms:created xsi:type="dcterms:W3CDTF">2026-08-12T01:20:07Z</dcterms:created>
  <dcterms:modified xsi:type="dcterms:W3CDTF">2026-08-12T01:20:07Z</dcterms:modified>
</cp:coreProperties>
</file>