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多重信号：电池产业链密集调价，机构上调全球锂电池产量预期；宁德时代上半年动力电池装车量全球市占率39.9%，连续9年第一；动力电池梯次利用政策废止，回收与再生利用技术路线转向；史上最严电池安全令将施行，行业从能量密度为王转向安全性能为先；POSCO Future M拟向韩国电池企业长期供应19万吨LFP正极材料，海外扩产加速。整体看，行业处于价格调整、政策转向与海外扩张并行的关键期。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今日磷酸铁锂行业呈现多重信号：电池产业链密集调价，机构上调全球锂电池产量预期；宁德时代上半年动力电池装车量全球市占率39.9%，连续9年第一；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今日磷酸铁锂行业呈现多重信号：电池产业链密集调价，机构上调全球锂电池产量预期；宁德时代上半年动力电池装车量全球市占率39.9%，连续9年第一；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电池产业链密集调价叠加机构上调全球锂电池产量预期，显示需求端仍具韧性；宁德时代装车量市占率39.9%巩固龙头地位；动力电池梯次利用政策废止标志回收技术路线转向再生利用；史上最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[1][2][3][4][5]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动力电池梯次利用政策废止，技术路线明确转向再生利用；史上最严电池安全令将施行，要求电池报警5分钟内不起火爆炸，行业从能量密度为王转向安全性能为先；硅炭负极超细粉体加工装备方案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[3][4][6][7]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POSCO Future M拟向韩国电池企业长期供应19万吨LFP正极材料，显示海外产能扩张加速；万华化学入股大中矿业20万吨级锂盐项目，上下游龙头战略合围；2026上半年钠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[5][8][9][2]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电池产业链密集调价，机构上调今年全球锂电池产量预期；燃油车零部件业务盈利承压，威孚高科4.5亿元押注电池回收，显示传统业务盈利压力推动企业转型；产业链调价背景下，中小企业盈利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[1][10]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今日磷酸铁锂行业呈现多重信号：电池产业链密集调价，机构上调全球锂电池产量预期；宁德时代上半年动力电池装车量全球市占率39.9%，连续9年第一；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产业链密集调价叠加机构上调全球锂电池产量预期，显示需求端仍具韧性；宁德时代装车量市占率39.9%巩固龙头地位；动力电池梯次利用政策废止标志回收技术路线转向再生利用；史上最严电池安全令将施行，安全性能成为产品竞争核心要素；POSCO Future M海外供应协议显示LFP正极材料全球化竞争加剧。 [1][2][3][4][5]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调价与产量预期上调形成供需两端信号，反映行业正从价格博弈转向规模扩张；宁德时代市占率数据强化头部集中趋势；梯次利用政策废止与安全令施行构成政策组合拳，推动技术路线向再生利用和安全优先倾斜；POSCO海外供应协议表明中国企业在LFP材料领域的全球主导地位正面临挑战。需进一步验证调价幅度对中小企业盈利的实际影响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产业链调价持续且产量预期上调兑现，则下半年磷酸铁锂正极材料出货量可能进一步增长，但需跟踪调价幅度与成本传导是否挤压中小企业利润空间；若梯次利用政策废止后再生利用技术路线加速落地，则电池回收企业可能迎来结构性机会，需关注相关技术商业化进度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39.9%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巩固龙头地位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公开信息：宁德时代装车量市占率39.9%巩固龙头地位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若产业链调价持续且产量预期上调兑现，则下半年磷酸铁锂正极材料出货量可能进一步增长，但需跟踪调价幅度与成本传导是否挤压中小企业利润空间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梯次利用政策废止，技术路线明确转向再生利用；史上最严电池安全令将施行，要求电池报警5分钟内不起火爆炸，行业从能量密度为王转向安全性能为先；硅炭负极超细粉体加工装备方案发布，显示材料端技术升级仍在推进。 [3][4][6][7]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依据：[3][4][6][7]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政策废止与安全令施行构成技术路线双重转向信号：前者意味着退役电池处理重心从降级使用转向材料回收再生，后者将安全性能提升至与能量密度同等甚至更优先的位置。硅炭负极装备方案发布表明材料端创新持续，但需关注新安全标准下磷酸铁锂体系是否获得相对优势，以及再生利用技术路线的经济性验证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安全令正式施行且执行严格，则磷酸铁锂电池因本征安全性较高可能获得更大市场份额，但需跟踪新标准对电池包结构设计和系统集成的具体影响；若再生利用技术路线经济性验证成功，则相关设备与材料企业可能受益，需关注回收率指标和成本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动力电池梯次利用政策废止，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史上最严电池安全令将施行，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硅炭负极超细粉体加工装备方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动力电池梯次利用政策废止，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若安全令正式施行且执行严格，则磷酸铁锂电池因本征安全性较高可能获得更大市场份额，但需跟踪新标准对电池包结构设计和系统集成的具体影响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POSCO Future M拟向韩国电池企业长期供应19万吨LFP正极材料，显示海外产能扩张加速；万华化学入股大中矿业20万吨级锂盐项目，上下游龙头战略合围；2026上半年钠电项目产能集中释放，产业化进入深水区；宁德时代上半年动力电池装车量全球市占率39.9%。 [5][8][9][2]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依据：[5][8][9][2]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CO的19万吨LFP供应协议是海外企业大规模切入LFP材料供应链的标志性事件，直接挑战中国企业在全球LFP正极材料市场的主导地位；万华化学入股锂盐项目显示上游资源整合趋势，可能增强一体化企业的成本优势；钠电产能集中释放可能对磷酸铁锂在储能领域的应用形成替代压力；宁德时代市占率数据巩固其龙头地位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POSCO的19万吨LFP供应协议按期执行，则全球LFP正极材料供应格局可能从中国主导转向多极化，需跟踪韩国电池企业实际采购量及价格条款；若万华化学与大中矿业项目顺利推进，则一体化企业的成本优势可能进一步扩大，需关注项目投产时间表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39.9%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半年动力电池装车量全球市占率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公开信息：宁德时代上半年动力电池装车量全球市占率39.9%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若POSCO的19万吨LFP供应协议按期执行，则全球LFP正极材料供应格局可能从中国主导转向多极化，需跟踪韩国电池企业实际采购量及价格条款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产业链密集调价，机构上调今年全球锂电池产量预期；燃油车零部件业务盈利承压，威孚高科4.5亿元押注电池回收，显示传统业务盈利压力推动企业转型；产业链调价背景下，中小企业盈利空间可能进一步收窄。 [1][10]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依据：[1][10]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密集调价与产量预期上调并存，反映行业正通过以价换量策略消化产能并抢占市场份额；威孚高科从燃油车零部件转向电池回收的案例显示，传统业务盈利承压正推动跨界资本进入电池回收领域，可能加剧该领域竞争；调价对头部企业影响有限，但中小企业可能面临毛利率进一步压缩的风险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产业链调价持续且产量预期上调兑现，则行业可能进入以量补价阶段，头部企业凭借规模优势维持盈利，但需跟踪二线企业的毛利率变化和现金流状况；若更多跨界资本进入电池回收领域，则回收市场竞争可能加剧，需关注回收处理能力和渠道布局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45552" y="3063240"/>
            <a:ext cx="2432304" cy="0"/>
          </a:xfrm>
          <a:prstGeom prst="line">
            <a:avLst/>
          </a:prstGeom>
          <a:noFill/>
          <a:ln w="15240">
            <a:solidFill>
              <a:srgbClr val="4870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889504"/>
            <a:ext cx="384048" cy="347472"/>
          </a:xfrm>
          <a:prstGeom prst="rightArrow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3101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28432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电池产业链密集调价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8686800" y="3063240"/>
            <a:ext cx="402336" cy="685800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3639312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373989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8522208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燃油车零部件业务盈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9345168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98864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0304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180576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产业链调价背景下，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7726680" y="45171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参考鱼骨图逻辑，只表达来源文本中的原因和影响。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若产业链调价持续且产量预期上调兑现，则行业可能进入以量补价阶段，头部企业凭借规模优势维持盈利，但需跟踪二线企业的毛利率变化和现金流状况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梯次利用政策废止，电池回收与再生利用技术路线成为新方向；史上最严电池安全令将施行，要求电池报警5分钟内不起火爆炸；新能源新国标拟规定相关安全要求；主流车企电池质保政策覆盖情况受关注。 [3][11][4][6][12]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依据：[3][11][4][6][12]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政策废止是政策导向的重大转变，意味着此前基于梯次利用的商业模式和投资布局可能面临调整，再生利用技术路线将获得更多政策支持；史上最严电池安全令将施行，对电池企业和整车厂提出更高安全要求，可能增加技术投入和合规成本；政策组合拳显示监管重心从规模扩张转向安全与可持续性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梯次利用政策废止后相关企业未能及时转型再生利用，则可能面临资产减值风险，需跟踪相关企业的业务调整公告；若安全令正式施行，则电池企业需加大安全技术研发投入，可能推高成本，需关注新标准下的产品认证进度和成本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动力电池梯次利用政策废止，电池回收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史上最严电池安全令将施行，要求电池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新能源新国标拟规定相关安全要求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若梯次利用政策废止后相关企业未能及时转型再生利用，则可能面临资产减值风险，需跟踪相关企业的业务调整公告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宁德时代上半年动力电池装车量全球市占率39.9%，连续9年全球第一；全球电动汽车动力电池竞争进入中国平台化扩张时代，608.5GWh装车量背后显示中国电池企业整体优势；POSCO Future M拟向韩国电池企业供应19万吨LFP正极材料，海外竞争加剧。 [2][13][5]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依据：[2][13][5]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德时代39.9%的市占率显示其绝对领先地位，但中国平台化扩张时代也意味着国内企业之间的竞争将更加激烈；608.5GWh的全球装车量数据表明中国电池产业整体竞争力强劲；POSCO的LFP供应协议是海外企业争夺LFP材料市场份额的标志性动作，可能对中国正极材料企业的海外出口形成直接竞争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宁德时代维持当前市占率水平，则其定价权和产业链话语权可能进一步增强，需跟踪其后续季度装车量数据；若POSCO的LFP供应协议顺利执行，则中国正极材料企业可能面临海外市场份额流失风险，需关注中国企业的海外建厂和客户拓展进展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39.9%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半年动力电池装车量全球市占率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公开信息：宁德时代上半年动力电池装车量全球市占率39.9%，连续9年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772400" y="2926080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39.9%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9952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的市占率显示其绝对领先地位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918704" y="35112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公开信息：[2][13][5] 宁德时代39.9%的市占率显示其绝对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若宁德时代维持当前市占率水平，则其定价权和产业链话语权可能进一步增强，需跟踪其后续季度装车量数据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业链调价可能压缩中小企业盈利空间；梯次利用政策废止带来商业模式调整风险；海外LFP产能扩张加剧竞争。机会：再生利用技术路线获政策支持；安全令提升磷酸铁锂本征安全优势；格尔木锂业大会召开显示资源端整合趋势。观察：调价后行业格局变化、安全令执行细则、海外订单流向。 [1][3][4][5][14]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依据：[1][3][4][5][14]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调价、政策转向和海外竞争构成三重压力，但同时也催生结构性机会：再生利用技术路线获得政策明确支持，可能催生新的增长点；安全令将施行可能强化磷酸铁锂的安全优势；格尔木锂业大会召开显示锂资源端整合趋势，可能影响上游成本；需持续观察调价后行业集中度变化、安全令执行细则对产品设计的影响，以及海外订单是否持续流向非中国企业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产业链调价导致行业洗牌加速，则头部企业市占率可能进一步提升，需跟踪调价后各企业季度出货量和毛利率变化；若再生利用技术路线获得更多政策细则支持，则相关企业可能迎来估值修复，需关注具体补贴和标准出台；若海外LFP订单持续流向非中国企业，则国内正极材料企业需加快海外布局，需跟踪出口数据和海外建厂公告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风险：产业链调价可能压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梯次利用政策废止带来商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海外LFP产能扩张加剧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海外LFP产能扩张加剧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若产业链调价导致行业洗牌加速，则头部企业市占率可能进一步提升，需跟踪调价后各企业季度出货量和毛利率变化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电池产业链密集调价 机构上调今年全球锂电池产量预期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https://finance.sina.cn/2026-08-07/detail-inimmtwt3394994.d.html?vt=4&amp;cid=76524&amp;node_id=76524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连续9年全球第一 宁德时 代上半年动力电池装车量独占39.9% - 新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https://news.google.com/rss/articles/CBMif0FVX3lxTE56bU9SX2t1SDA1amQ5enByX0JhbDFWNjR0dVVjNEUzb016TTc4aXBxbGhydmxaWDBNUlJCYnc3WkFGVU9OZFc0RUV2MXpqR0owNGRheUhuM0hJeXNBRDlTMlc4M2R3Mm4xZ0hvdXdHaE1wM0F1NGw1VW9VVmQwczg?oc=5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动力电池梯次利用政策废止，电池回收与再生利用技术路线解读 - 网通社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https://news.google.com/rss/articles/CBMiW0FVX3lxTE5oWDNmMW5YeENhUFRvOWYzSUtVSUFsbldSNEhhWU9VZmp0cHhEaWNJRzBXMHQ2SW9INHBPbm92RkVTbDBxNHhVcUY3VnpxdkdqdkN3MW9wdlZkc2s?oc=5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“史上最严电池安全令”将施行 从“能量密度为王”转向“安全性能为先”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https://news.futunn.com/th/post/58131714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POSCO Future M拟向韩国电池企业长期供应19万吨LFP正极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3wFBVV95cUxQcnBYX2RhcFBTRHU1S0h4bG9uX2hjSW9idFEwQmZwQk0tSmpxSjBvcGNxRGdnRVR2N1lxS2EzeDE5STBQZlhsTk1SQVhNbmdJWFhxMFRoWl9mUlVoVTI2TndHQV9Hcm5YNjVpTDNONkp4V2VvcG1LNVJYYy1fNXFEM1JHUjVvVHpLcmdpcHFrX1JYdmdtOUtEWTZzVkV5TjhLVWdCcEhSSDktejFjVTVhTjRtVkozWVhlS1FQaWNrem9nMUUwNUVFeVRSSzJnRXB0aVNZN0lHQ2pWMFYySmYw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新能源新国标：拟规定电池报警5分钟内不起火爆炸——dou・体育app下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https://m.tgbus.com/kckc/wiki/help/yNq7zVwmYCOg-Wqnyx0.jsp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硅炭负极超细粉体加工破局：龙亿气流磨打造锂电新材料装备核心方案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https://hea.china.com/articles/20260806/202608061934739.html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万华化学入股大中矿业20万吨级锂盐项目：一场上下游龙头的战略合围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https://www.cls.cn/detail/2321918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2026上半年钠电项目汇总：产能集中释放，产业化进入深水区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https://finance.sina.com.cn/roll/2026-08-07/doc-inimmayv4475552.shtml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燃油车零部件业务盈利承压，威孚高科4.5亿元押注电池回收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https://m.sohu.com/a/1059708094_118622?scm=10001.325_13-325_13.0.0-0-0-0-0.5_1334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动力电池梯次利用政策废止，电池回收与再生利用技术路线解读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http://auto.news18a.com/news/storys_283358.html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主流车企的电池质保政策覆盖多久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https://auto.sina.cn/2026-07-14/detail-inihsyqm7361835.d.html?vt=4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608.5GWh背后：全球电动汽车动力电池竞争进入“中国平台化扩张”时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https://news.google.com/rss/articles/CBMiUEFVX3lxTE1PYWZDUHhIUnhLdmROdWxEenNXMzliY0ZXd05JR0pQbHR4dW5lR2pQMlVlOURvRU5UeXBDTDM0UjBRN2o4djlmSlJUWS1HVnB2?oc=5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2026年中国（格尔木）锂业大会暨第四届锂电新能源发展大会召开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https://www.cnmn.com.cn/ShowNews1.aspx?id=472951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【正极材料周报】30万吨钠电正极项目落地湖北仙桃！天力锂能及实控人被立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https://www.itdcw.com/news/dczk/0P315FJ2026.html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本周碳酸锂降价约6500元/吨 磷酸铁锂价格走低_电池网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https://www.itdcw.com/news/focus/03221544952026.html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政策解读：关于废止和修订新能源汽车废旧动力电池“梯次利用”相关政策标准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https://www.miit.gov.cn/zwgk/zcjd/art/2026/art_e4704ad5959b42968525e3f07e3eff13.html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2026-08-07</dc:title>
  <dc:subject>LFP daily briefing</dc:subject>
  <dc:creator>lifepo4_brief</dc:creator>
  <cp:lastModifiedBy>lifepo4_brief</cp:lastModifiedBy>
  <cp:revision>1</cp:revision>
  <dcterms:created xsi:type="dcterms:W3CDTF">2026-08-07T02:14:45Z</dcterms:created>
  <dcterms:modified xsi:type="dcterms:W3CDTF">2026-08-07T02:14:45Z</dcterms:modified>
</cp:coreProperties>
</file>