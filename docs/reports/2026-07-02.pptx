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80" r:id="rId6"/>
    <p:sldId id="267" r:id="rId8"/>
    <p:sldId id="274" r:id="rId10"/>
    <p:sldId id="268" r:id="rId11"/>
    <p:sldId id="276" r:id="rId13"/>
    <p:sldId id="269" r:id="rId14"/>
    <p:sldId id="277" r:id="rId15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LFP Brief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磷酸铁锂行业早报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行业动态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Market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竞争格局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Peers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风险机会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来源追踪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Sources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行业动态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Market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技术/产品路线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多氟多发布两款大圆柱磷酸铁锂换电模组，实现同体积容量行业纪录突破，并通过通用化设计推动产业落地，技术路线向高能量密度和标准化方向演进。 推测说明：未使用推测 来源：https://www.itdcw.com/news/chanpinxinwen/06251562M2026.html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价格/盈利压力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供应格局显示正极材料局部环节或出现供需缺口，但当前产能利用率未达预期，价格压力仍存。下半年需求集中释放可能缓解部分压力。 推测说明：未使用推测 来源：https://www.itdcw.com/news/dczk/06291563622026.html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产能/客户/订单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磷酸铁锂项目扩产出现分化，一边扩产一边叫停；钠电正极材料规模化出货企业少，产能利用率未达预期，但预计下半年需求释放后供应将趋紧。 推测说明：未使用推测 来源：https://www.itdcw.com/news/dczk/06291563622026.html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今日结论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多氟多发布同体积容量行业纪录的大圆柱换电方案，技术突破显著；同时行业扩产出现分化，部分项目叫停，供应趋紧。政策端动力电池拆解安全国标征求意见，合规风险上升。 推测说明：未使用推测 来源：https://www.itdcw.com/news/chanpinxinwen/06251562M2026.html；https://www.itdcw.com/news/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竞争格局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Peers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竞争格局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Peers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LFP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产能/客户/订单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磷酸铁锂项目扩产出现分化，一边扩产一边叫停；钠电正极材料规模化出货企业少，产能利用率未达预期，但预计下半年需求释放后供应将趋紧。 推测说明：未使用推测 来源：https://www.itdcw.com/news/dczk/06291563622026.html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政策/合规风险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工信部就《车用动力电池拆解破碎安全要求》等两项强制性国标征求意见，动力电池回收环节合规要求趋严，企业需关注拆解安全标准升级带来的成本与合规风险。 推测说明：未使用推测 来源：https://www.miit.gov.cn/gzcy/yjzj/art/2026/art_6ee188a6acf34735a568af7ebdc507b5.html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技术/产品路线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多氟多发布两款大圆柱磷酸铁锂换电模组，实现同体积容量行业纪录突破，并通过通用化设计推动产业落地，技术路线向高能量密度和标准化方向演进。 推测说明：未使用推测 来源：https://www.itdcw.com/news/chanpinxinwen/06251562M2026.html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价格/盈利压力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供应格局显示正极材料局部环节或出现供需缺口，但当前产能利用率未达预期，价格压力仍存。下半年需求集中释放可能缓解部分压力。 推测说明：未使用推测 来源：https://www.itdcw.com/news/dczk/06291563622026.html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风险机会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风险机会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技术/产品路线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多氟多发布两款大圆柱磷酸铁锂换电模组，实现同体积容量行业纪录突破，并通过通用化设计推动产业落地，技术路线向高能量密度和标准化方向演进。 推测说明：未使用推测 来源：https://www.itdcw.com/news/chanpinxinwen/06251562M2026.html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价格/盈利压力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供应格局显示正极材料局部环节或出现供需缺口，但当前产能利用率未达预期，价格压力仍存。下半年需求集中释放可能缓解部分压力。 推测说明：未使用推测 来源：https://www.itdcw.com/news/dczk/06291563622026.html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今日结论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多氟多发布同体积容量行业纪录的大圆柱换电方案，技术突破显著；同时行业扩产出现分化，部分项目叫停，供应趋紧。政策端动力电池拆解安全国标征求意见，合规风险上升。 推测说明：未使用推测 来源：https://www.itdcw.com/news/chanpinxinwen/06251562M2026.html；https://www.itdcw.com/news/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产能/客户/订单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磷酸铁锂项目扩产出现分化，一边扩产一边叫停；钠电正极材料规模化出货企业少，产能利用率未达预期，但预计下半年需求释放后供应将趋紧。 推测说明：未使用推测 来源：https://www.itdcw.com/news/dczk/06291563622026.html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来源追踪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来源追踪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Sources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鑫椤锂电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鑫椤锂电；原始链接：https://www.icbattery.com/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中国电池网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【正极材料周报】磷酸铁锂项目一边扩产一边叫停！富临精工持续加码前驱体项目_电池网；原始链接：https://www.itdcw.com/news/dczk/06291563622026.html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中国电池网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同体积容量击穿行业纪录！多氟多两款大圆柱磷酸铁锂换电方案发布_电池网；原始链接：https://www.itdcw.com/news/chanpinxinwen/06251562M2026.html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高工锂电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高工锂电；原始链接：https://www.gg-lb.com/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欢迎交流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