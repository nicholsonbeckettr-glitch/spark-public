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三方面：一是高压实正极材料工艺细节公开，碳含量2.8%-3.4%成为主流区间，指向产品升级竞争加剧；二是湖南裕能海外扩产、星恒电源四川广元项目落地，叠加某锂电概念股与大众汽车集团32.22亿欧元合建正极材料项目，供给端全球化布局提速；三是储能行业座谈会划出三条新主线，动力电池数字身份证与欧盟护照对接、在役检测标准进入倒计时，合规与回收要求趋严。整体看，技术迭代与产能扩张并行，但政策合规成本上升，需关注供给释放节奏与需求匹配度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今日磷酸铁锂行业信号集中在三方面：一是高压实正极材料工艺细节公开，碳含量2.8%-3.4%成为主流区间，指向产品升级竞争加剧；二是湖南裕能海外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今日磷酸铁锂行业信号集中在三方面：一是高压实正极材料工艺细节公开，碳含量2.8%-3.4%成为主流区间，指向产品升级竞争加剧；二是湖南裕能海外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高压实磷酸铁锂正极材料工艺细节公开，碳含量2.8%-3.4%成为主流区间，产品升级竞争加剧；湖南裕能海外扩产、星恒电源四川广元项目落地，叠加某锂电概念股与大众汽车集团32.2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磷酸铁锂正极材料工艺基础知识拆解显示，主流高压实产品的碳含量在2.8%-3.4%之间，碳含量过低导致导电不足，过高则影响压实密度；该工艺细节公开有助于行业明确技术方向，但实际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湖南裕能再扩海外磷酸铁锂产能，星恒电源于四川广元落地材料项目；同时，某锂电概念股拟与大众汽车集团共同投建磷酸铁锂正极材料项目，斥资32.22亿欧元。这些项目显示头部企业加速全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[2][4][5]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光大期货有色金属日报提及磷酸铁锂政策，但未提供具体价格数据；当前行业产能扩张与工艺升级并行，可能对中长期价格形成压力，但短期供需格局需结合碳酸锂价格和下游需求判断。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今日磷酸铁锂行业信号集中在三方面：一是高压实正极材料工艺细节公开，碳含量2.8%-3.4%成为主流区间，指向产品升级竞争加剧；二是湖南裕能海外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工艺细节公开，碳含量2.8%-3.4%成为主流区间，产品升级竞争加剧；湖南裕能海外扩产、星恒电源四川广元项目落地，叠加某锂电概念股与大众汽车集团32.22亿欧元合建正极材料项目，供给端全球化布局提速；储能座谈会划出三条新主线，动力电池数字身份证与欧盟护照对接、在役检测标准进入倒计时，合规与回收要求趋严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细节公开意味着高压实产品技术门槛被进一步明确，碳含量控制成为关键指标，可能推动二线厂商加速追赶，但实际量产良率仍需验证；海外扩产与合资项目反映头部企业锁定全球客户，但建设周期和海外政策风险需跟踪；储能新主线与电池护照、在役检测标准联动，可能提高出口合规成本，影响中小厂商。缺什么验证：高压实产品实际出货占比、海外项目投产时间表、检测标准具体执行细则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碳含量控制成为行业标准，则二线厂商可能面临良率爬坡压力，头部企业优势巩固；若海外扩产项目按期投产，则全球磷酸铁锂供给格局可能重塑，但需跟踪建设进度和当地政策变化；若电池护照与在役检测标准严格执行，则出口企业合规成本上升，跟踪指标包括标准细则发布时间、企业认证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碳含量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公开信息：高压实磷酸铁锂正极材料工艺细节公开，碳含量2.8%-3.4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成为主流区间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公开信息：高压实磷酸铁锂正极材料工艺细节公开，碳含量2.8%-3.4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若高压实产品碳含量控制成为行业标准，则二线厂商可能面临良率爬坡压力，头部企业优势巩固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正极材料工艺基础知识拆解显示，主流高压实产品的碳含量在2.8%-3.4%之间，碳含量过低导致导电不足，过高则影响压实密度；该工艺细节公开有助于行业明确技术方向，但实际量产中碳包覆均匀性和烧结控制仍是难点，可能影响产品一致性和成本。 [1]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公众号文章来自锂电材料工艺，属于技术科普类，但披露的碳含量区间具有参考价值，关联到高压实产品竞争。为什么重要：高压实是提升能量密度的关键路径，碳含量控制直接影响电化学性能。可能影响谁：正极材料厂商需优化碳包覆工艺，设备商需配合改进烧结设备。还缺什么验证：不同厂商的实际碳含量分布、量产良率数据、下游电芯企业的接受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含量2.8%-3.4%成为行业共识，则正极材料厂商可能加速工艺迭代，跟踪指标包括头部企业产品参数披露、下游电芯能量密度提升数据；证据边界在于该信息来自工艺科普，实际量产参数可能因厂商而异，需交叉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主流高压实产品的碳含量在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公开信息：磷酸铁锂正极材料工艺基础知识拆解显示，主流高压实产品的碳含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之间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公开信息：磷酸铁锂正极材料工艺基础知识拆解显示，主流高压实产品的碳含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772400" y="3858768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39684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59952" y="4032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若碳含量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918704" y="444398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公开信息：若碳含量2.8%-3.4%成为行业共识，则正极材料厂商可能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若碳含量2.8%-3.4%成为行业共识，则正极材料厂商可能加速工艺迭代，跟踪指标包括头部企业产品参数披露、下游电芯能量密度提升数据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再扩海外磷酸铁锂产能，星恒电源于四川广元落地材料项目；同时，某锂电概念股拟与大众汽车集团共同投建磷酸铁锂正极材料项目，斥资32.22亿欧元。这些项目显示头部企业加速全球化布局和国内产能扩张，可能加剧未来供给竞争，但海外项目面临建设周期和当地政策不确定性。 [2][4][5]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极材料周报和盘后公告集锦提供了具体项目信息，关联到产能扩张和客户绑定。为什么重要：海外扩产有助于贴近下游客户，降低贸易壁垒风险；与大众合资表明国际车企对磷酸铁锂路线的认可。可能影响谁：国内正极材料竞争格局，以及上游锂盐、磷化工需求。还缺什么验证：项目具体产能规模、投产时间、客户锁定情况、海外政策支持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扩产项目顺利投产，则国内正极材料出口占比可能提升，跟踪指标包括湖南裕能海外工厂建设进度、大众合资项目审批进展；若国内项目集中释放，则2027年后供给过剩风险加大，需跟踪行业开工率和库存变化。证据边界在于项目公告未披露具体产能和投产时间，需后续调研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湖南裕能再扩海外磷酸铁锂产能，星恒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同时，某锂电概念股拟与大众汽车集团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这些项目显示头部企业加速全球化布局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若海外扩产项目顺利投产，则国内正极材料出口占比可能提升，跟踪指标包括湖南裕能海外工厂建设进度、大众合资项目审批进展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光大期货有色金属日报提及磷酸铁锂政策，但未提供具体价格数据；当前行业产能扩张与工艺升级并行，可能对中长期价格形成压力，但短期供需格局需结合碳酸锂价格和下游需求判断。 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大期货日报作为期货市场参考，其提及磷酸铁锂政策可能暗示市场关注点。为什么重要：价格信号直接影响企业盈利。可能影响谁：正极材料厂商和电芯企业。还缺什么验证：具体报价数据、碳酸锂价格走势、下游电池排产情况。由于缺乏直接价格证据，今日无法做出明确价格判断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若后续碳酸锂价格下行且产能持续释放，则磷酸铁锂正极材料价格可能承压，跟踪指标包括碳酸锂现货价、正极材料月度报价、电芯企业采购量；证据边界在于当前缺乏具体价格数据，需等待更多市场成交信息。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光大期货有色金属日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当前行业产能扩张与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光大期货日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若后续碳酸锂价格下行且产能持续释放，则磷酸铁锂正极材料价格可能承压，跟踪指标包括碳酸锂现货价、正极材料月度报价、电芯企业采购量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行业座谈会划出三条新主线；动力电池数字身份证与欧盟护照对接；在役检测标准进入倒计时，动力电池健康评估走向统一；七部门发文新型电池“十五五”规划，全固态电池初步规模化；退役电池变“城市矿山”，回收政策加码。合规要求趋严，出口企业需关注电池护照和碳足迹要求。 [3][7][8][9][10]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依据：[3][7][8][9][10]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索储能网、国际在线、搜狐网、中国经济网和cnesa.org等多源信息显示政策密集出台。为什么重要：电池护照和检测标准将增加出口合规成本，回收政策推动产业链闭环。可能影响谁：电池出口企业、回收企业、材料厂商。还缺什么验证：具体标准执行时间、认证流程、对磷酸铁锂路线的具体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护照和欧盟碳足迹要求如期实施，则磷酸铁锂出口企业需建立全生命周期数据追踪，跟踪指标包括企业碳足迹认证进展、欧盟法规细则；若在役检测标准统一，则电池回收和梯次利用市场可能规范化，跟踪指标包括检测机构资质、回收企业合规成本。证据边界在于政策具体执行时间和力度尚不明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储能行业座谈会划出三条新主线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动力电池数字身份证与欧盟护照对接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在役检测标准进入倒计时，动力电池健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若电池护照和欧盟碳足迹要求如期实施，则磷酸铁锂出口企业需建立全生命周期数据追踪，跟踪指标包括企业碳足迹认证进展、欧盟法规细则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赛力斯表示宁德时代的动力电池符合问界“五高”标准，显示高端车型对电池性能要求提升；同时，AION V电池投诉真相拆解涉及磷酸铁锂政策，反映终端用户对电池可靠性的关注。竞品动态表明磷酸铁锂需持续提升性能以满足高端需求。 [11][12]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依据：[11][12]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狐网和手机新浪网信息关联到下游车企对电池的选型标准。为什么重要：高端车型对电池能量密度、安全性要求更高，可能推动磷酸铁锂向高压实、高安全方向迭代。可能影响谁：磷酸铁锂材料厂商需配合电芯企业提升产品性能。还缺什么验证：问界车型电池具体参数、AION V投诉具体问题、其他车企的电池路线选择。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车型持续采用磷酸铁锂电池，则高压实、高安全产品需求可能增加，跟踪指标包括问界等车型电池供应商披露、终端投诉率变化；若竞品三元电池成本下降，则磷酸铁锂在高端市场的份额可能受挤压，需跟踪技术路线对比数据。证据边界在于当前信息未提供具体性能对比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赛力斯表示宁德时代的动力电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同时，AION V电池投诉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竞品动态表明磷酸铁锂需持续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赛力斯表示宁德时代的动力电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若高端车型持续采用磷酸铁锂电池，则高压实、高安全产品需求可能增加，跟踪指标包括问界等车型电池供应商披露、终端投诉率变化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风险方面，产能扩张可能带来供给过剩，政策合规成本上升；机会方面，海外市场拓展和储能应用场景拓展提供增长空间；观察点包括高压实产品量产进度、海外项目投产时间、电池护照执行细则。 [2][3][9]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今日信息，产能/客户/订单、政策/合规风险等板块显示行业处于扩张与规范并行阶段。为什么重要：供给过剩风险可能压制盈利，而海外和储能机会可能对冲。可能影响谁：具备海外布局和合规能力的企业更具优势。还缺什么验证：全球需求增速、政策执行力度、技术迭代速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扩产和储能政策落地顺利，则磷酸铁锂需求可能超预期，跟踪指标包括海外项目投产进度、储能招标量；若产能释放过快且需求不及预期，则价格竞争加剧，跟踪指标包括行业开工率、库存天数。证据边界在于当前信息多为公告和会议，实际执行效果需持续跟踪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风险方面，产能扩张可能带来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机会方面，海外市场拓展和储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观察点包括高压实产品量产进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风险方面，产能扩张可能带来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若海外扩产和储能政策落地顺利，则磷酸铁锂需求可能超预期，跟踪指标包括海外项目投产进度、储能招标量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【干货】磷酸铁锂是怎么＂烧＂出来的?正极材料工艺基础知识拆解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-flhjqCJ9XV0l6v5OnDIlTGqypoq_ohY1qXa8Fplpd9Gc0Iapwij-vi-x8sSVpdYwzmfWf4rSQRAKQK_YGtghyHvkZKzfRCqN5OKavQi67V7ao2PeU7TKvqBk_9tsekxaOZh6uIhyRmoEQll1XgZtlbJJd5mZzxXUPsCnNIZWuGSpNWA_4NKvXFx4eOxlXH3Qq39cOn0mlh9c0Kwt8xG97vzHZXxeLdyg..&amp;type=2&amp;query=%E9%93%81%E9%94%82 %E9%AB%98%E5%8E%8B%E5%AE%9E %E6%AD%A3%E6%9E%81%E6%9D%90%E6%96%99 %E9%87%8F%E4%BA%A7&amp;token=98040321B3F14BACA8AEF43116E17380A8F35E5A6ABB2FCF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【正极材料周报】湖南裕能再扩海外磷酸铁锂产能！星恒电源于四川广元落地材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https://news.google.com/rss/articles/CBMiXEFVX3lxTE55eDdkZUgtSTNvNEhNVjhhOUw3d1kyb0ZlNzRjcFRoVGhmZ1cxeVpHSzFoWWFwRENZeFAzMVpCZlFrY2labnhyZFd6OUJHdm9TTE5yVk43WVAzb1J3?oc=5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装机首次下滑，一场座谈会给储能行业划出三条新主线 - 碳索储能网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https://mcn.solarbe.com/news/20260929/50029811.html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斥资32.22亿欧元！470亿锂电池概念股拟与大众汽车集团共同投建磷酸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https://news.google.com/rss/articles/CBMiggFBVV95cUxObUN1aVZ1dnZlS0FCU0JNSG0tYVZ1anhiWm1WYkpUM08wOGJmNEZ5QUR2Si1qaEZFNWEwZ1JrdnEza3RUamxmS2hTNFMxcVNpdy1ZbzVIbjJUWVZfMEJnbU1mY3VRMno5U2xNcm9BZGEzODM2ajlnLXAwNmtzYjRGX213?oc=5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【正极材料周报】湖南裕能再扩海外磷酸铁锂产能！星恒电源于四川广元落地材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https://www.itdcw.com/news/dczk/092Q5QC2026.html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光大期货：9月28日有色金属日报 - 新浪财经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https://finance.sina.cn/futuremarket/qsyw/2026-09-28/detail-initiwik2971371.d.html?vt=4&amp;cid=76576&amp;node_id=76576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当动力电池“数字身份证”遇到“欧盟护照” - 国际在线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https://news.google.com/rss/articles/CBMiekFVX3lxTE9ULXltbFlpYmh2OWV0N29kdWNFaU5tTDE4SkRodl9QOTlDR0g3YzBweXRZWVozYU5tdHNTWkxNZ2JyYXZUV3hyLVdYX2pIVW5mOHdLZWtkVWxZU0xVQVhzdXN1bE5hU2RLdnNGY0VoZXVfYjl5My1lYTZR?oc=5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在役检测标准进入倒计时，动力电池健康评估走向统一 - 搜狐网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https://news.google.com/rss/articles/CBMiiAFBVV95cUxOZk5IbWozZWh3M3dWWVRKS0xjdExCbHg1SFFtLTBWOVdlMXdFU1FZTU55bTl6TDVnbmVMYzdoVzkyN1FVdVc5WllMV2dXenhlNFd4dVpVcm5xR3NTNzR4cjRYZURtQ1VjQUdSRGR0WEFkMXZHWGFqZFdMbGYzRDd2dE1kRThkSlZH?oc=5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七部门重磅发文！新型电池“十五五”规划：全固态电池初步规模化，储能应用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https://www.cnesa.org/policy/detail/?column_id=6&amp;id=8639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退役电池变“城市矿山” - 中国经济网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http://m.ce.cn/bwzg/202609/t20260929_3239938.shtml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赛力斯：宁德时代的动力电池符合问界“五高”标准 - 搜狐网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https://news.google.com/rss/articles/CBMiiAFBVV95cUxQdVZtdEpuV3dSNGtqV3hmemtMZTk1UXplcURXMGwyY2pZa0FOUUQwNkJERFpOODZRNXlDZk5YRGNxX1NlT0ZHZVY5ZlhRWTlFV28wQ3J5Uy0zbk1YZ0d4QnlUcGxyUVF5amt5Q0dVOXRiUGRwMDdCNGZ2REV3MFpTNTBRV3VxVHFj?oc=5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AION V电池靠谱吗？3个维度拆解投诉真相+FAQ - 手机新浪网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https://k.sina.com.cn/article_7880069023_1d5b04f9f068029qn8.html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能源早报 | 国轩高科拟与大众集团32亿欧元投建锂电池和正极材料项目；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https://www.jiemian.com/article/15147168.html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http://www.miit.gov.cn/xwfb/bldhd/art/2026/art_7285ee48244d4f20b0f127c7f013ec11.html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https://www.miit.gov.cn/xwfb/bldhd/art/2026/art_7285ee48244d4f20b0f127c7f013ec11.html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2026-09-29</dc:title>
  <dc:subject>LFP daily briefing</dc:subject>
  <dc:creator>lifepo4_brief</dc:creator>
  <cp:lastModifiedBy>lifepo4_brief</cp:lastModifiedBy>
  <cp:revision>1</cp:revision>
  <dcterms:created xsi:type="dcterms:W3CDTF">2026-09-29T03:27:21Z</dcterms:created>
  <dcterms:modified xsi:type="dcterms:W3CDTF">2026-09-29T03:27:21Z</dcterms:modified>
</cp:coreProperties>
</file>