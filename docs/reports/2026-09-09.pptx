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“政策收紧、产能扩张、价格承压”的复杂态势。政策端，电动自行车充电桩强制性国标发布，电池回收政策转向整车连带回收，强化生产者责任；产业端，储能电芯出现“一边缺货一边扩产”的产能摸底现象，动力电池回收行业面临产能与货源错配；企业端，金川瑞翔IPO加码磷酸铁锂，四川布局动力电池2.0时代。整体看，行业在政策规范与市场扩张中寻求平衡，价格与盈利压力仍存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今日磷酸铁锂行业呈现“政策收紧、产能扩张、价格承压”的复杂态势。政策端，电动自行车充电桩强制性国标发布，电池回收政策转向整车连带回收，强化生产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今日磷酸铁锂行业呈现“政策收紧、产能扩张、价格承压”的复杂态势。政策端，电动自行车充电桩强制性国标发布，电池回收政策转向整车连带回收，强化生产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政策端，电动自行车充电桩强制性国标发布填补空白，电池回收政策收紧转向整车连带回收，强化生产者责任；产业端，储能电芯出现缺货与扩产并存的产能摸底，动力电池回收行业面临产能与货源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[1][2][3][4][5]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技术路线上，磷酸铁锂在专用车领域应用持续拓展，如天运威纯电动垃圾车、法美瑞纯电动旅居车、江淮纯电动自卸车底盘均申报配装磷酸铁锂电池；同时，动力电池上游企业新技术商业化提速，但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[6][7][8][9]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产能方面，储能电芯出现“一边缺货一边扩产”的产能摸底现象，行业供需矛盾突出；金川瑞翔IPO拟加码磷酸铁锂领域，显示跨界扩张趋势；四川布局动力电池2.0时代，区域产能有望提升。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[3][4][5]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价格与盈利方面，锂电行业加速洗牌，宁德时代H股盘中一度跌超4%，显示市场对行业盈利的担忧；动力电池上游企业面临重资产扩张难题，盈利承压；电池回收行业产能与货源错配，影响盈利模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[10][9][2]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今日磷酸铁锂行业呈现“政策收紧、产能扩张、价格承压”的复杂态势。政策端，电动自行车充电桩强制性国标发布，电池回收政策转向整车连带回收，强化生产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端，电动自行车充电桩强制性国标发布填补空白，电池回收政策收紧转向整车连带回收，强化生产者责任；产业端，储能电芯出现缺货与扩产并存的产能摸底，动力电池回收行业面临产能与货源错配；企业端，金川瑞翔IPO加码磷酸铁锂，四川布局动力电池2.0时代。行业在政策规范与市场扩张中寻求平衡，价格与盈利压力仍存。 [1][2][3][4][5]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信息显示，政策与产业动态交织。电动自行车充电桩国标发布（yeeyi）将提升电池安全规范，可能推动磷酸铁锂在电动自行车领域应用；电池回收政策转向整车连带回收（新浪财经）将影响退役电池流向，利好正规回收企业。储能电芯产能摸底（新京报）反映供需矛盾，缺货与扩产并存，可能引发产能过剩风险。金川瑞翔IPO（网易）显示三元材料商跨界磷酸铁锂，加剧竞争。四川布局动力电池2.0（四川在线）体现区域产业升级。这些信号共同指向行业在政策驱动下加速洗牌，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动自行车充电桩国标落地执行，则可能带动磷酸铁锂在轻型电动车领域渗透率提升，需跟踪相关电池认证标准变化；若电池回收政策全面转向整车连带回收，则可能加速退役电池流向正规渠道，利好具备回收资质的企业，需关注政策细则与执行时间表；若储能电芯扩产项目如期投产，则可能缓解当前缺货状态，但需警惕2027年后产能过剩风险，跟踪行业产能利用率数据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政策端，电动自行车充电桩强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产业端，储能电芯出现缺货与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企业端，金川瑞翔IPO加码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政策端，电动自行车充电桩强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若电动自行车充电桩国标落地执行，则可能带动磷酸铁锂在轻型电动车领域渗透率提升，需跟踪相关电池认证标准变化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上，磷酸铁锂在专用车领域应用持续拓展，如天运威纯电动垃圾车、法美瑞纯电动旅居车、江淮纯电动自卸车底盘均申报配装磷酸铁锂电池；同时，动力电池上游企业新技术商业化提速，但重资产扩张成为材料行业难题。 [6][7][8][9]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依据：[6][7][8][9]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款专用车申报配装磷酸铁锂电池（新浪财经、新浪财经、新浪财经），显示其在商用车和专用车领域渗透率提升，这与磷酸铁锂的成本和安全优势相关。上游企业中报观察（mrjjxw.com）指出新技术商业化提速，但重资产扩张是现实难题，这可能影响磷酸铁锂材料企业的产能扩张节奏。技术路线整体向高性价比和专用场景倾斜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磷酸铁锂在专用车领域的应用持续扩大，则可能带动对高能量密度磷酸铁锂材料的需求，利好技术领先的材料企业；若上游企业重资产扩张难题持续，则可能延缓产能释放，支撑材料价格，需跟踪企业资本开支计划与产能利用率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技术路线上，磷酸铁锂在专用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同时，动力电池上游企业新技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[6][7][8][9] 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技术路线上，磷酸铁锂在专用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若磷酸铁锂在专用车领域的应用持续扩大，则可能带动对高能量密度磷酸铁锂材料的需求，利好技术领先的材料企业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产能方面，储能电芯出现“一边缺货一边扩产”的产能摸底现象，行业供需矛盾突出；金川瑞翔IPO拟加码磷酸铁锂领域，显示跨界扩张趋势；四川布局动力电池2.0时代，区域产能有望提升。 [3][4][5]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依据：[3][4][5]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京报报道储能电芯产能摸底，反映当前缺货与扩产并存，可能源于需求增长快于产能释放，但也埋下未来过剩隐患。金川瑞翔作为全球最大三元正极材料供应商，借IPO加码磷酸铁锂（网易），显示三元企业向磷酸铁锂跨界，将加剧竞争。四川在线分析四川在动力电池2.0时代的底牌，可能涉及资源与产业链优势，吸引新增产能。这些动态表明行业产能仍在扩张，但需警惕结构性过剩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储能电芯扩产项目在2026-2027年集中投产，则可能缓解当前缺货，但若需求增速不及预期，则可能引发价格战，需跟踪储能装机数据与产能利用率；若金川瑞翔成功IPO并扩产磷酸铁锂，则可能改变市场竞争格局，需关注其产能释放节奏与客户认证进展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产能方面，储能电芯出现“一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金川瑞翔IPO拟加码磷酸铁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四川布局动力电池2.0时代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产能方面，储能电芯出现“一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若储能电芯扩产项目在2026-2027年集中投产，则可能缓解当前缺货，但若需求增速不及预期，则可能引发价格战，需跟踪储能装机数据与产能利用率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价格与盈利方面，锂电行业加速洗牌，宁德时代H股盘中一度跌超4%，显示市场对行业盈利的担忧；动力电池上游企业面临重资产扩张难题，盈利承压；电池回收行业产能与货源错配，影响盈利模式。 [10][9][2]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依据：[10][9][2]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方财富报道宁德时代H股下跌，反映市场对锂电行业洗牌和价格战的担忧。上游企业中报观察（mrjjxw.com）指出重资产扩张是材料行业现实难题，意味着资本开支大、折旧高，在价格下行周期盈利压力显著。电池回收行业面临产能与货源错配（新浪财经），即回收产能过剩但退役电池货源不足，导致开工率低、盈利困难。这些信号共同指向行业整体盈利承压，但头部企业可能通过规模优势整合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锂电行业洗牌持续，则可能加速中小产能出清，利好头部企业，但短期价格战可能压缩全行业利润，需跟踪碳酸锂价格与电池售价差；若电池回收行业货源错配问题未解，则可能抑制回收企业投资，影响长期供给，需关注退役电池放量时间点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宁德时代H股盘中一度跌超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公开信息：价格与盈利方面，锂电行业加速洗牌，宁德时代H股盘中一度跌超4%，显示市场对行业盈利的担忧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若锂电行业洗牌持续，则可能加速中小产能出清，利好头部企业，但短期价格战可能压缩全行业利润，需跟踪碳酸锂价格与电池售价差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政策方面，电动自行车充电桩强制性国家标准发布，填补国内空白；电池回收政策收紧，不再鼓励梯次利用，推行整车连带回收，强化生产者责任；动力电池2.0时代，四川等地政策支持产业升级。 [1][2][11][5]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依据：[1][2][11][5]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eeyi报道电动自行车充电桩国标发布，将规范充电安全，可能影响磷酸铁锂在电动自行车领域的应用标准。新浪财经报道电池回收政策转向，不再鼓励梯次利用，推行整车连带回收，强化生产者责任，这将改变退役电池处理模式，利好正规回收企业，但增加整车厂责任。四川在线分析动力电池2.0时代，显示地方政府政策支持，可能通过绿电直连等模式降低生产成本。政策整体趋严，强调安全与环保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动自行车充电桩国标强制执行，则可能要求电池具备更高安全认证，利好技术达标企业，需关注标准实施日期与认证要求；若电池回收政策全面落地，则可能增加整车厂回收责任，推动与回收企业合作，需跟踪政策细则与执行力度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政策方面，电动自行车充电桩强制性国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电池回收政策收紧，不再鼓励梯次利用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动力电池2.0时代，四川等地政策支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若电动自行车充电桩国标强制执行，则可能要求电池具备更高安全认证，利好技术达标企业，需关注标准实施日期与认证要求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竞品动态方面，宁德时代作为龙头，H股下跌但仍是多款车型电池供应商；金川瑞翔作为全球最大三元正极材料供应商，借IPO加码磷酸铁锂，成为新进入者；四川企业依托区域优势布局动力电池2.0。 [8][10][4][5]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依据：[8][10][4][5]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德时代仍是江淮纯电动自卸车底盘的电池供应商（新浪财经），显示其客户粘性，但H股下跌（东方财富）反映市场对其盈利担忧。金川瑞翔IPO（网易）从三元跨界磷酸铁锂，可能凭借技术积累和客户关系（与宁德时代深度合作）快速切入，加剧竞争。四川在线报道四川在动力电池2.0时代的底牌，可能涉及本土企业如宜宾锂宝等，区域集群效应增强。竞品格局呈现龙头承压、新进入者挑战、区域竞争加剧的特点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金川瑞翔IPO成功并有效扩产，则可能凭借成本和技术优势抢占磷酸铁锂市场份额，对现有企业形成压力，需关注其产能建设与客户导入进展；若宁德时代股价持续承压，则可能影响其融资能力，但短期不改其龙头地位，需跟踪其市场份额变化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竞品动态方面，宁德时代作为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金川瑞翔作为全球最大三元正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四川企业依托区域优势布局动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竞品动态方面，宁德时代作为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若金川瑞翔IPO成功并有效扩产，则可能凭借成本和技术优势抢占磷酸铁锂市场份额，对现有企业形成压力，需关注其产能建设与客户导入进展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方面，行业洗牌加速、价格战持续、产能过剩隐忧、电池回收货源错配；机会方面，储能需求增长、专用车应用拓展、政策支持回收体系；观察点包括储能电芯产能摸底结果、金川瑞翔IPO进展、四川动力电池2.0布局。 [10][3][2][7][4][5]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依据：[10][3][2][7][4][5]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今日信息，风险与机会并存。风险：宁德时代H股下跌（东方财富）显示市场担忧；储能电芯扩产（新京报）可能引发未来过剩；电池回收货源错配（新浪财经）影响行业盈利。机会：储能需求增长驱动扩产；专用车申报（新浪财经）显示新应用场景；政策支持回收（新浪财经）创造正规渠道机会。观察点：产能摸底结果将影响供需平衡；金川瑞翔IPO（网易）可能改变竞争格局；四川布局（四川在线）可能形成新产业集群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储能需求持续高增长，则当前扩产可能被消化，行业保持景气，需跟踪月度储能装机数据；若产能摸底显示过剩风险，则可能引发政策调控，需关注工信部指导文件；若金川瑞翔IPO成功，则可能加剧竞争，但同时也验证行业吸引力，需关注其估值与募投项目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风险方面，行业洗牌加速、价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机会方面，储能需求增长、专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观察点包括储能电芯产能摸底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风险方面，行业洗牌加速、价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若储能需求持续高增长，则当前扩产可能被消化，行业保持景气，需跟踪月度储能装机数据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电动自行车充电桩强制性国家标准发布，填补国内空白-yeeyi - ye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https://www.yeeyi.com/news/details/3214768/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货源困局凸显！动力电池回收行业面临产能与货源错配难题 - 新浪财经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https://news.google.com/rss/articles/CBMieEFVX3lxTFA0eG9nZFRpV2hDN0x2ZkNiZ2F6NDdLaUpfd243ZkFOMXlPZHZBd3VJRU91OTVCRjhRc3BlZkRJRXhlcFlWOVlvZ1ZhZG5tWUdRbVc5X3BOWElWdkRPV3FlNFlvSGRQMHhNTUVfak4tSFRRNm01Q2pXaw?oc=5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一边缺货一边扩产，储能电芯为何迎来产能摸底？ - 新京报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https://news.google.com/rss/articles/CBMiZEFVX3lxTE15WkMwLVE3eFk5QWtUVkdQMG1rQXRDQWc5V3V4bFVUUjdaN3lXd3NFZldJOC05SkF0WUtsd3o3UFNvN1pvSEtPV0lnaTJuZXNQeFpzUksxRUFDamtwVnlVenhhQ1U?oc=5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金川瑞翔IPO：全球最大的三元正极材料供应商，与宁德时代深度合作收入三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https://news.google.com/rss/articles/CBMiYkFVX3lxTE1zQUdOTll6RWZHSF9WWHY2UFU1bWFpZERMelBmYlEwWnFPaldMZmozOVd2VWJHT2o2WkhCM3VISmVOSjRJWnFFNldNSGNPOTZzSFhxVHU3N1lzbWFTNjQ1eDVB?oc=5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动力电池2.0时代 四川有哪些“底牌”？丨省情研究所 - 四川在线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https://news.google.com/rss/articles/CBMiYEFVX3lxTE5uWjVvM3M1dXlyU3hOMkQ1Q0J3Y05Pem5LWWo4VUllM0F0N3BUWE9iUHhBbDNpQU1JcV9JX1F1Yzg1bkxrSlU3MGJ1MmdlbDcwRXNTaXpFMmlVd21OWTVNSg?oc=5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天运威纯电动垃圾车申报：磷酸铁锂电池 实力如何？ - 新浪财经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https://news.google.com/rss/articles/CBMihwFBVV95cUxPYnEyTE1URWtUZmJ4WmFMNktSX3VITHVfWHRvYXFMeFhVaXNfYmdTMHpLd2E1UW53UURaYWJhWlBPb0NqaDRveGMtcGNjU0hPLXFTWHByUEhlVzdtVzZTajhmV3Y0amkzVG9SMm9JVXc4bUlpS3JOXzFYNHQzb19Na01wMVlOeEk?oc=5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法美瑞纯电动旅居车申报：配磷酸铁锂电 能否撬动露营市场？ - 新浪财经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https://news.google.com/rss/articles/CBMihwFBVV95cUxNN3ozN29wRnRkdXpBcG1ZZ1ZiYlowQVVpRzZxX0FPdWVseVk0SERfZHVCNlpYT0xFRWNFOFgwcTlvZ1F1cldSUE9TX3FvdEVuZkp4aWRTcm4yU1RBWHR2dWlqSWNodWN3a0lzUE16WmhWb0pTa0ZMeWMzYXRwVjMxWTZleTlVN1E?oc=5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江淮纯电动自卸车底盘申报：配宁德时代电池 能否获市场青睐？ - 新浪财经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https://finance.sina.cn/2026-09-08/detail-inircrnn9246094.d.html?vt=4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动力电池上游企业中报观察：新技术商业化提速，重资产扩张成为材料行业现实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https://news.google.com/rss/articles/CBMiZkFVX3lxTE83RlEtdVBLSUpmdUVYMkxQMzVDYlBfd0J1YnVLbXc5emFmTjJUd1pydVI1R1I4SGh3WUJBdE9PYlVOOFM2bzk0OWlRZEFxRk9YblktaUVKa2o4cjlDTnNhUjY5d0NuZw?oc=5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锂电行业加速洗牌 宁德时代H股盘中一度跌超4% - 东方财富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https://wap.eastmoney.com/a/202609083867961695.html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中国动力电池正迎来规模化退役潮。2025年综合利用量已超40万吨，20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https://news.google.com/rss/articles/CBMiY0FVX3lxTE5saTJnVllfUjJYTGtlVkZsaTAzclN2SGZJRDZteVNkQnBNdEFfR21WOHZRRUNsaXc0SXFKOGhUQU9DQWtvZ0JhZzM4ODhPQ2ljNG1ZMlBXdzFfSy1uaGcyd2NUTQ?oc=5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【正极材料周报】71.5万吨磷酸铁锂项目终止！中创新航/万华化学再上磷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https://www.itdcw.com/news/dczk/0S115L0R026.html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正力新能上半年动力电池收入45.77亿元 储能电池收入增长近8倍_电池网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https://www.itdcw.com/news/qiye/0Z115L232026.html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【正极材料周报】盟固利募资加码正极材料项目获批！一矿业巨头公告致歉_电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https://www.itdcw.com/news/dczk/0ZG5M332026.html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国际电信联盟第七届世界电信/信息通信技术政策论坛在巴哈马拿骚召开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http://www.miit.gov.cn/xwfb/bldhd/art/2026/art_7982b459b09e4adb907255c723f152c8.html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国际电信联盟第七届世界电信/信息通信技术政策论坛在巴哈马拿骚召开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https://www.miit.gov.cn/xwfb/bldhd/art/2026/art_7982b459b09e4adb907255c723f152c8.html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三部门关于2026年度享受增值税加计抵减政策的先进制造业企业名单制定工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https://www.miit.gov.cn/xwfb/zxzc/art/2026/art_f7a75444808e4e3b8f13b7a84ac733e4.html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2026-09-09</dc:title>
  <dc:subject>LFP daily briefing</dc:subject>
  <dc:creator>lifepo4_brief</dc:creator>
  <cp:lastModifiedBy>lifepo4_brief</cp:lastModifiedBy>
  <cp:revision>1</cp:revision>
  <dcterms:created xsi:type="dcterms:W3CDTF">2026-09-09T02:26:58Z</dcterms:created>
  <dcterms:modified xsi:type="dcterms:W3CDTF">2026-09-09T02:26:58Z</dcterms:modified>
</cp:coreProperties>
</file>