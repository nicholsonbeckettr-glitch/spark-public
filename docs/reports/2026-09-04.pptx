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与市场双重影响：动力电池2%消费税正式落地，叠加工信部强调规范竞争秩序、遏制盲目扩张，行业盈利空间面临压缩。同时，万华化学等新进入者推动高压实产品量产，头部企业订单排期至2027年，显示高端产能仍受青睐。固态电池国际标准立项，预示技术路线多元化竞争加剧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今日磷酸铁锂行业聚焦于政策与市场双重影响：动力电池2%消费税正式落地，叠加工信部强调规范竞争秩序、遏制盲目扩张，行业盈利空间面临压缩。同时，万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今日磷酸铁锂行业聚焦于政策与市场双重影响：动力电池2%消费税正式落地，叠加工信部强调规范竞争秩序、遏制盲目扩张，行业盈利空间面临压缩。同时，万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动力电池2%消费税落地，直接压缩电芯及材料环节利润，纯电车利润承压。工信部表态规范竞争、遏制盲目扩张，政策导向从规模转向质量。万华化学切入磷酸铁锂并量产第四代高压实产品，头部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第四代高压实磷酸铁锂产品已实现量产，第五代进入中试阶段，技术迭代加速。万华化学等新进入者推动一体化布局，强化成本与技术竞争。中国牵头固态电池国际标准正式立项，为下一代电池技术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[5][4]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受下游储能和海外动力电池需求带动，头部磷酸铁锂材料企业订单排期已至2027年上半年，供应链稳定。万华化学等新玩家切入，带来新增产能。四川绵竹等地推进磷酸铁锂扩产项目，区域产能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[3][6][7]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动力电池2%消费税正式落地，直接增加电池成本，纯电车利润空间被压缩。加工费仍是正极企业唯一利润来源，在消费税与产能过剩双重压力下，材料环节盈利承压。工信部强调遏制盲目扩张，或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[1][8][2]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今日磷酸铁锂行业聚焦于政策与市场双重影响：动力电池2%消费税正式落地，叠加工信部强调规范竞争秩序、遏制盲目扩张，行业盈利空间面临压缩。同时，万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2%消费税落地，直接压缩电芯及材料环节利润，纯电车利润承压。工信部表态规范竞争、遏制盲目扩张，政策导向从规模转向质量。万华化学切入磷酸铁锂并量产第四代高压实产品，头部企业订单排至2027年，显示高端产能结构性紧缺。固态电池国际标准立项，长期或分流部分高端需求，但短期铁锂仍是主流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政策与工信部表态形成组合信号：前者直接增加电池成本，后者限制低价无序扩张，两者叠加将加速淘汰落后产能，利好具备成本与技术优势的头部企业。万华化学等新进入者带来一体化成本优势，加剧中低端市场竞争，但高压实产品量产和长单锁定表明高端市场壁垒仍高。固态电池标准立项是长期变量，短期不影响铁锂基本盘，但需关注其产业化进度对技术路线选择的潜在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消费税成本无法有效向下游传导，则三季度末材料企业加工费可能进一步承压，需跟踪头部电芯厂是否提价及材料端稼动率变化。若工信部遏制盲目扩张政策细则落地，则新建产能审批或趋严，现有头部企业扩产优势将扩大，可跟踪各省项目环评与能评批复节奏。固态电池标准若在2027年前完成验证，则可能影响2028年后车企技术路线选择，需跟踪其成本下降曲线与中试线进展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消费税落地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公开信息：动力电池2%消费税落地，直接压缩电芯及材料环节利润，纯电车利润承压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若消费税成本无法有效向下游传导，则三季度末材料企业加工费可能进一步承压，需跟踪头部电芯厂是否提价及材料端稼动率变化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代高压实磷酸铁锂产品已实现量产，第五代进入中试阶段，技术迭代加速。万华化学等新进入者推动一体化布局，强化成本与技术竞争。中国牵头固态电池国际标准正式立项，为下一代电池技术确立全球统一标尺，长期或影响铁锂技术演进方向。 [5][4]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产品量产与中试推进，表明行业从追求能量密度转向兼顾能量密度与加工性能，技术壁垒提升。万华化学一体化布局可能改变行业成本结构，迫使现有企业加快研发。固态电池国际标准立项，虽短期不构成直接竞争，但为未来技术切换设定框架，铁锂企业需关注固态电解质与铁锂正极的兼容性研究，以防技术路线突变带来的资产减值风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第五代高压实产品在2027年顺利量产，则头部企业与二三线企业的技术代差将进一步拉大，可跟踪各家中试线转量产的时间节点与良率数据。若固态电池标准推动半固态电池率先商业化，则可能对现有铁锂产能利用率造成边际影响，需跟踪半固态电池中试线装车数据及成本下降幅度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第四代高压实磷酸铁锂产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万华化学等新进入者推动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中国牵头固态电池国际标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中国牵头固态电池国际标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若第五代高压实产品在2027年顺利量产，则头部企业与二三线企业的技术代差将进一步拉大，可跟踪各家中试线转量产的时间节点与良率数据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受下游储能和海外动力电池需求带动，头部磷酸铁锂材料企业订单排期已至2027年上半年，供应链稳定。万华化学等新玩家切入，带来新增产能。四川绵竹等地推进磷酸铁锂扩产项目，区域产能布局加速。 [3][6][7]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企业长单绑定至2027年，反映下游对优质产能的锁定意愿强烈，行业从价格竞争转向供应链稳定性竞争。万华化学等新进入者凭借一体化成本优势，可能争夺二三线客户。四川绵竹等地方政府推动扩产项目，显示产业向西部转移趋势，但需警惕低端产能重复建设风险。湖南裕能净利暴增但遭股东减持，提示高增长背后存在估值与筹码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2026年下半年储能装机量维持当前增速，则头部企业2027年订单能见度可能进一步延长，可跟踪储能项目招标量与头部电池厂排产计划。若万华化学等新玩家产能爬坡顺利，则2027年行业竞争格局可能生变，需跟踪其客户导入进度与单吨加工费水平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受下游储能和海外动力电池需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万华化学等新玩家切入，带来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四川绵竹等地推进磷酸铁锂扩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受下游储能和海外动力电池需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若2026年下半年储能装机量维持当前增速，则头部企业2027年订单能见度可能进一步延长，可跟踪储能项目招标量与头部电池厂排产计划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2%消费税正式落地，直接增加电池成本，纯电车利润空间被压缩。加工费仍是正极企业唯一利润来源，在消费税与产能过剩双重压力下，材料环节盈利承压。工信部强调遏制盲目扩张，或有助于缓解供给过剩，稳定价格。 [1][8][2]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依据：[1][8][2]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落地是明确的成本冲击，若电池厂无法转嫁，将向上游材料环节传导压力，压缩加工费。工信部表态遏制盲目扩张，是政策层面的供给端调节信号，若执行到位，可减缓价格战烈度。但短期看，新产能仍在释放（如万华化学、四川绵竹项目），供需失衡可能持续，加工费或维持低位。湖南裕能净利暴增但股东减持，也反映市场对盈利持续性的担忧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厂在三季度末提价成功，则材料端加工费压力有望缓解，可跟踪动力电池价格指数与材料企业毛利率变化。若工信部遏制盲目扩张政策在四季度落地，则新增产能投放可能延迟，2027年供需格局或好于预期，需跟踪各省项目审批动态与在建工程进度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消费税正式落地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公开信息：动力电池2%消费税正式落地，直接增加电池成本，纯电车利润空间被压缩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若电池厂在三季度末提价成功，则材料端加工费压力有望缓解，可跟踪动力电池价格指数与材料企业毛利率变化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副部长明确表示将进一步规范动力电池行业竞争秩序，遏制盲目扩张等行为。动力电池2%消费税正式落地。中国牵头固态电池国际标准立项，完善技术标准体系。工信部称已建成全球领先的动力电池产业体系，政策重心转向质量提升与治理完善。 [2][1][4][9]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依据：[2][1][4][9]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连续表态与消费税落地，构成政策组合拳：一方面通过税收增加成本，另一方面通过行政手段限制低效产能，政策意图是推动行业从规模扩张转向高质量发展。固态电池国际标准立项，是技术治理的前瞻布局，有助于规范概念乱象。这些政策对合规性强、技术储备足的头部企业是利好，对依赖低价竞争的中小企业构成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遏制盲目扩张政策在四季度出台实施细则，则未批先建或低端重复产能项目可能被叫停，行业实际供给增量将低于预期，可跟踪工信部后续政策文件及各省执行情况。若消费税征收范围未来扩展至储能电池，则可能影响储能项目收益率，需跟踪政策适用范围是否有调整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工信部副部长明确表示将进一步规范动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动力电池2%消费税正式落地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中国牵头固态电池国际标准立项，完善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若遏制盲目扩张政策在四季度出台实施细则，则未批先建或低端重复产能项目可能被叫停，行业实际供给增量将低于预期，可跟踪工信部后续政策文件及各省执行情况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万华化学切入磷酸铁锂材料领域，带来一体化成本优势与高压实产品量产能力，成为行业新变量。湖南裕能净利暴增8.5倍，但遭宁德时代及国资股东排队减持，反映产业资本对估值或竞争格局的谨慎态度。 [3][7]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的进入，凭借其在化工领域的成本控制与一体化能力，可能重塑磷酸铁锂材料成本曲线，对现有专业正极厂构成威胁。湖南裕能作为行业龙头，业绩高增但遭重要股东减持，信号矛盾：可能反映股东对行业长期盈利能力的担忧，或是对估值阶段性高点的判断。两者结合，显示行业虽处高景气，但竞争格局正在酝酿变化，产业资本开始选择性退出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万华化学在2027年实现万吨级出货并进入头部电池厂供应链，则现有二线正极厂将面临更大份额流失风险，可跟踪其客户认证进度与月度出货量。若湖南裕能股东减持持续，则可能反映产业资本对2027年加工费持续下行的预判，需跟踪其后续减持公告与公司新增订单结构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万华化学切入磷酸铁锂材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湖南裕能净利暴增8.5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[3][7] 万华化学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[3][7] 万华化学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若万华化学在2027年实现万吨级出货并进入头部电池厂供应链，则现有二线正极厂将面临更大份额流失风险，可跟踪其客户认证进度与月度出货量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：消费税落地压缩利润、产能过剩持续、股东减持信号。机会：高压实等高端产品结构性紧缺、政策遏制盲目扩张利好头部、储能需求带动长单锁定。观察点：工信部具体执行细则、万华化学客户导入进度、固态电池产业化对铁锂的长期影响。 [1][2][3][7]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行业处于政策收紧与需求增长并存的复杂阶段。消费税与遏制扩张政策短期增加成本，但长期利于行业健康。高端产能订单排至2027年，显示结构性机会仍在。万华化学等新进入者既是竞争威胁，也验证了行业吸引力。固态电池标准立项是长期观察项，需持续跟踪。整体判断：行业从普涨转向分化，技术与成本双优企业胜出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四季度动力电池价格指数企稳回升，则消费税成本传导成功，材料端盈利有望修复，可跟踪电池厂与车企的年度议价结果。若工信部细则明确限制低端产能，则2027年行业开工率可能提升，头部企业单吨盈利有望改善，可跟踪月度行业开工率与库存天数。若固态电池中试线在2027年实现GWh级量产，则需重新评估铁锂长期需求天花板，可跟踪固态电池成本与循环寿命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主要风险：消费税落地压缩利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机会：高压实等高端产品结构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观察点：工信部具体执行细则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主要风险：消费税落地压缩利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若四季度动力电池价格指数企稳回升，则消费税成本传导成功，材料端盈利有望修复，可跟踪电池厂与车企的年度议价结果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动力电池征收2％消费税正式落地，新能源车会涨价吗？ - 东方财富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https://news.google.com/rss/articles/CBMiYEFVX3lxTE9zcXB1em5NZWlPZUl6YWUzVjRKakVtVFFiR0pLbkRCaFRpaXBlT2d0NV9VZE1fckRnajFDbDNqQThFVHdqQ2dlaVVFTENFOVg4bDFWSUNRVHJWNkt6Z2RQRw?oc=5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工信部副部长熊继军：进一步规范动力电池行业竞争秩序，遏制盲目扩张等行为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https://news.google.com/rss/articles/CBMickFVX3lxTE1OYTNyRHFYNGVNMmNCT3BYcDh5bEZEa0JqbnVlZEdSUEtsRk9KRldMUFJUQW1pRTRucWsyM3hzUkwtSElJZm92dmM0WTRVOEpZSk9LNmNzOXV2bGViMWtwYnpmSTFYbVZHVDhtRWdvUjNidw?oc=5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万华化学切入磷酸铁锂材料领域,给行业带来了什么?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2pdPLZ6kPlGJGXeBFo56cbOdOWW4pepWFqXa8Fplpd91VjkFWxhVg8FHdVFAJvMqdZpQIPAxm49a-x1biVFSGi5zyoTjIQ5CK-BjRJWkRidrKNhyzC3J5AriHmPQ13WDjP-56Cy8SH5q64vQCC0odph-xIMQTGxND-NZOjEPw46xEqEim4UlyUazqbhRZWZ-nt6_nMhg3nSBj5pkv5A9p1FkDr8IT4KYw..&amp;type=2&amp;query=%E7%A3%B7%E9%85%B8%E9%93%81%E9%94%82 %E8%AE%A2%E5%8D%95 %E5%AE%A2%E6%88%B7 %E5%8A%A8%E5%8A%9B%E7%94%B5%E6%B1%A0&amp;token=D69A19EE14922AB131376BAFF83EFAF132E220216A9A28DD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中国牵头固态电池国际标准正式立项，终结行业概念乱象，下一代动力电池迎来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https://news.google.com/rss/articles/CBMif0FVX3lxTE04UW1CWVZ6Z1BlSVVLc25lMkJoY2JyQ0NIek5pdFI3MHdvNXh5Tzl0aWpLWWlvVDNBSEg4LXFPYVd2SENBTnZIWDh1VTl4MVRlODFtQ1RBRVVWd0h3UzBWT2pRcjFLSTVxOUdQSk4zMkdXa1k1T1lMVjhBeWFKekk?oc=5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万华化学切入磷酸铁锂材料领域,给行业带来了什么?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2pdPLZ6kPlGZ780bpJfZkfOdOWW4pepWFqXa8Fplpd91VjkFWxhVg8FHdVFAJvMqdZpQIPAxm49a-x1biVFSGi5zyoTjIQ5CK-BjRJWkRidrKNhyzC3J5AriHmPQ13WDsp5nWTgFp7dZM_sWw57s966YH3Hqz3K6OeBkrNWXY8DNN40GrNxWLLoYmHrA91xYpgPHinsjpi7rWeDeufNgSBOJBjQH7pCxQ..&amp;type=2&amp;query=%E9%93%81%E9%94%82 %E9%AB%98%E5%8E%8B%E5%AE%9E %E6%AD%A3%E6%9E%81%E6%9D%90%E6%96%99 %E9%87%8F%E4%BA%A7&amp;token=D69A23DB9918A33CBCBDE122769312C3BC89991E6A9A28DF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四川绵竹：挺起工业“硬脊梁” 跑出发展“加速度”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http://www.banyuetan.org/dfgc/detail/20260904/1000200033136151788484726647537041_1.html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净利暴增8.5倍，湖南裕能为何遭“宁王”和国资排队减持？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https://cj.sina.cn/articles/view/6192937794/17120bb4202002txke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电池税开征 纯电车利润快归零了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https://news.mydrivers.com/1/1148/1148588.htm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工业和信息化部：我国建成全球领先的动力电池产业体系 - 京报网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https://news.google.com/rss/articles/CBMiXkFVX3lxTE03ME9iSG5pZEowVHM0LUEzZHdKa18wZ3ZXNlcyQUM4NkM5RkZidWVhdE5MUU9EY1hhWXNNREFHV1pCeE1DVkhKckNZbTUtOERkM3V1VWlNRXdDRllnTXc?oc=5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【图片新闻】 2026世界动力电池大会在四川宜宾开幕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https://www.stcn.com/article/detail/4171710.html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工信部：加快动力电池标准制定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https://www.stcn.com/article/detail/4171932.html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关于公开征求《锂离子电池正极材料前驱体单位产品能源消耗限额》等15项行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https://www.miit.gov.cn/zwgk/wjgs/art/2026/art_7ac0ab73c8a84530ab8fdda120d4a005.html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2026-09-04</dc:title>
  <dc:subject>LFP daily briefing</dc:subject>
  <dc:creator>lifepo4_brief</dc:creator>
  <cp:lastModifiedBy>lifepo4_brief</cp:lastModifiedBy>
  <cp:revision>1</cp:revision>
  <dcterms:created xsi:type="dcterms:W3CDTF">2026-09-04T02:12:47Z</dcterms:created>
  <dcterms:modified xsi:type="dcterms:W3CDTF">2026-09-04T02:12:47Z</dcterms:modified>
</cp:coreProperties>
</file>