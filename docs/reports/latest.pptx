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信号是高压实产品供需缺口扩大：2026年高压实磷酸铁锂需求约169万吨，但稳定量产供给仅约120万吨，缺口吸引天赐材料终止三元项目转产16万吨高压实磷酸铁锂，容百科技、当升科技等三元头部企业也跨界入场；山东65万吨磷酸铁锂项目二期开工，显示产能扩张仍在加速。同时，退役电池回收进入规范化阶段，欧洲平价车推进难脱中国电池依赖，政策与回收端变化将影响铁锂长期需求结构和合规成本。需跟踪高压实产品实际量产爬坡进度、新进入者客户认证周期以及回收政策落地对材料成本的反向传导。</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今日磷酸铁锂行业核心信号是高压实产品供需缺口扩大：2026年高压实磷酸铁锂需求约169万吨，但稳定量产供给仅约120万吨，缺口吸引天赐材料终止</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今日磷酸铁锂行业核心信号是高压实产品供需缺口扩大：2026年高压实磷酸铁锂需求约169万吨，但稳定量产供给仅约120万吨，缺口吸引天赐材料终止</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1316736"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高压实磷酸铁锂供需缺口成为今日最明确信号：2026年需求约169万吨，稳定量产供给仅约120万吨，缺口约49万吨；天赐材料终止三元项目转向16万吨高压实磷酸铁锂且已完成中试量</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高压实磷酸铁锂仍是技术升级主线：天赐材料16万吨高压实产品已完成中试量产，山东项目披露所得磷酸铁锂正极材料粉末压实密度达2.51~2.55g/cm³；容百科技、当升科技等三元</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产能扩张与跨界入场并行：天赐材料终止三元项目转向16万吨高压实磷酸铁锂，容百科技、当升科技跨界入场；山东65万吨磷酸铁锂项目二期开工。判断铁锂产能仍在扩张，但高压实有效产能释</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高压实产品供需缺口对价格形成支撑：2026年高压实磷酸铁锂需求约169万吨，稳定量产供给约120万吨，缺口约49万吨；天赐材料终止三元项目转产高压实铁锂，反映企业将资本开支向</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今日磷酸铁锂行业核心信号是高压实产品供需缺口扩大：2026年高压实磷酸铁锂需求约169万吨，但稳定量产供给仅约120万吨，缺口吸引天赐材料终止</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供需缺口成为今日最明确信号：2026年需求约169万吨，稳定量产供给仅约120万吨，缺口约49万吨；天赐材料终止三元项目转向16万吨高压实磷酸铁锂且已完成中试量产，容百科技、当升科技跨界入场；山东65万吨磷酸铁锂项目二期开工。判断高压实产品仍是铁锂行业结构性景气主线，但新产能从开工到稳定量产存在时滞，短期缺口难以快速填补。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上述信号相互强化：需求测算缺口吸引三元企业跨界和原有企业转产，而山东项目二期开工代表供给端扩张，但高压实产品对工艺控制和客户认证要求更高，中试量产到大批量稳定供货仍有距离。需要继续调研天赐材料16万吨项目的客户认证进度、容百科技和当升科技高压实产品的量产时间表，以及山东项目二期具体投产节点，以验证供给缺口收敛速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天赐材料16万吨高压实项目在2027年上半年完成客户认证并稳定量产，则高压实供给缺口可能边际收窄，加工费上行动力减弱；若认证周期拉长或良率爬坡不及预期，则缺口维持，具备稳定量产能力的企业议价权增强。跟踪指标：高压实产品月度出货量、新进入者客户公告、山东项目二期投产时间。证据边界：当前仅有中试量产和开工信息，缺乏实际月度出货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高压实磷酸铁锂供需缺口成为</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天赐材料终止三元项目转向1</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山东65万吨磷酸铁锂项目二</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高压实磷酸铁锂供需缺口成为</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若天赐材料16万吨高压实项目在2027年上半年完成客户认证并稳定量产，则高压实供给缺口可能边际收窄，加工费上行动力减弱</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仍是技术升级主线：天赐材料16万吨高压实产品已完成中试量产，山东项目披露所得磷酸铁锂正极材料粉末压实密度达2.51~2.55g/cm³；容百科技、当升科技等三元头部企业跨界入场，表明高压实路线对三元企业的技术吸引力上升。判断高压实密度是当前铁锂产品差异化核心指标，但中试量产不等于大批量稳定供货。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产品需求缺口和三元企业跨界共同指向技术路线向高压实密度集中，这与动力电池对能量密度和成本的双重要求相关。天赐材料中试量产和山东项目压实密度数据提供了产品性能参照，但公众号来源未披露循环寿命、倍率性能和批次稳定性等关键指标。需要继续调研高压实产品在不同电芯体系中的验证进展，以及跨界企业原有三元产线改造为铁锂产线的资本开支和良率爬坡情况。</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在2027年成为动力电池主流选择，则具备2.5g/cm³以上压实密度稳定量产能力的企业可能获得客户倾斜；若下游电芯厂对高压实产品的循环和倍率性能验证不通过，则技术路线可能分化。跟踪指标：高压实产品批次稳定性数据、下游电芯厂验证公告、压实密度与循环寿命的平衡进展。证据边界：当前压实密度数据来自项目披露，缺乏第三方检测和长期循环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高压实磷酸铁锂仍是技术升级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容百科技、当升科技等三元头</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判断高压实密度是当前铁锂产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高压实磷酸铁锂仍是技术升级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若高压实产品在2027年成为动力电池主流选择，则具备2.5g/cm³以上压实密度稳定量产能力的企业可能获得客户倾斜</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扩张与跨界入场并行：天赐材料终止三元项目转向16万吨高压实磷酸铁锂，容百科技、当升科技跨界入场；山东65万吨磷酸铁锂项目二期开工。判断铁锂产能仍在扩张，但高压实有效产能释放受客户认证和工艺爬坡约束，名义产能不等于稳定供货能力；跨界企业原有客户关系可能加速其铁锂产品导入。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天赐材料转产和三元企业跨界说明铁锂高压实产品的客户需求确定性较高，山东项目二期开工则代表地方产能继续加码。但公众号来源未披露天赐材料16万吨项目的具体客户名单和订单锁定情况，也未披露容百科技、当升科技铁锂产品的目标客户。需要继续调研这些新增产能对应的下游电芯厂定点情况、产能爬坡周期以及是否存在产能过剩风险从普通铁锂向高压实产品蔓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天赐材料16万吨项目和山东65万吨项目二期在2027年如期投产且下游订单锁定充分，则高压实供给缺口可能逐步收窄，行业加工费分化加剧；若客户认证进度慢于产能建设进度，则短期名义产能过剩与有效供给不足并存。跟踪指标：项目投产公告、下游电芯厂长协订单披露、产能利用率数据。证据边界：当前仅有开工和中试量产信息，缺乏订单和产能利用率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产能扩张与跨界入场并行：天</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山东65万吨磷酸铁锂项目二</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判断铁锂产能仍在扩张，但高</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产能扩张与跨界入场并行：天</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若天赐材料16万吨项目和山东65万吨项目二期在2027年如期投产且下游订单锁定充分，则高压实供给缺口可能逐步收窄，行业加工费分化加剧</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产品供需缺口对价格形成支撑：2026年高压实磷酸铁锂需求约169万吨，稳定量产供给约120万吨，缺口约49万吨；天赐材料终止三元项目转产高压实铁锂，反映企业将资本开支向盈利确定性更高的产品倾斜。判断高压实产品加工费相对普通铁锂产品有溢价，但新产能释放后溢价可能收窄，普通铁锂产品盈利压力仍存。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需缺口数据直接指向高压实产品价格支撑，天赐材料转产决策则从企业资本配置角度印证高压实产品盈利预期优于三元项目。但公众号来源未披露高压实产品当前加工费具体水平、与普通铁锂产品的价差以及原材料碳酸锂价格波动对成本的影响。需要继续调研高压实产品月度价格走势、新进入者报价策略以及下游电芯厂对加工费上涨的接受程度，以判断盈利压力是否从普通产品向高压实产品传导。</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供给缺口在2027年上半年维持，则具备稳定量产能力的企业加工费有望保持溢价；若新产能集中释放且下游需求增速放缓，则高压实产品溢价可能收窄，行业盈利分化加剧。跟踪指标：高压实与普通铁锂产品价差、碳酸锂现货价格、电芯厂招标报价。证据边界：当前仅有供需缺口测算，缺乏实际成交价格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高压实产品供需缺口对价格形</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天赐材料终止三元项目转产高</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判断高压实产品加工费相对普</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高压实产品供需缺口对价格形</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若高压实产品供给缺口在2027年上半年维持，则具备稳定量产能力的企业加工费有望保持溢价</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退役电池回收进入规范化阶段，流向管理决定资源价值；海南提出2027年新能源渗透率不低于70%、2030年拟禁售燃油车；欧洲推平价车但难脱中国电池依赖。判断回收规范化短期可能增加材料企业合规成本，但长期有利于铁锂闭环回收和资源保障；海外平价车需求对铁锂出口形成支撑，但贸易政策不确定性仍是风险。 [3][4][5]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回收规范化政策与海南新能源渗透率目标共同影响铁锂需求结构：回收端规范化可能提高再生材料供给的合规门槛，但长期降低对原生锂资源的依赖；海南禁售燃油车时间表则强化国内铁锂需求预期。欧洲平价车难脱中国电池依赖的报道表明海外市场对铁锂的进口需求可能持续，但需关注欧盟贸易政策变化。需要继续调研回收规范化具体实施细则、再生材料在铁锂正极中的掺混比例要求以及欧洲对中国电池的贸易政策动向。</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回收规范化政策在2027年全面落地并明确再生材料掺混比例，则具备回收渠道和合规能力的企业可能获得成本优势；若欧洲对中国电池贸易政策收紧，则铁锂出口需求可能承压。跟踪指标：回收政策实施细则、再生材料掺混比例要求、欧盟电池法规执行进展。证据边界：当前回收政策仅为方向性报道，缺乏具体实施细则和掺混比例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退役电池回收进入规范化阶段，流向管</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海南提出2027年新能源渗透率不低</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欧洲推平价车但难脱中国电池依赖</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若回收规范化政策在2027年全面落地并明确再生材料掺混比例，则具备回收渠道和合规能力的企业可能获得成本优势</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三元头部企业容百科技、当升科技跨界进入高压实磷酸铁锂，天赐材料终止三元项目转产铁锂，反映三元路线在铁锂成本优势下的竞争力相对弱化；同时固态电池等新技术路线仍在推进，但短期对铁锂的替代威胁有限。判断铁锂在动力和储能市场的主流地位稳固，但三元企业跨界将加剧高压实产品竞争。 [1][6]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当升科技跨界和天赐材料转产共同表明三元路线对铁锂的竞争压力加大，三元企业试图通过铁锂产品线弥补市场份额。固态电池报道显示新技术路线仍在研发推进，但公众号来源未披露固态电池量产时间表和成本数据，短期难以对铁锂形成实质替代。需要继续调研跨界企业在铁锂领域的研发投入和客户拓展进度，以及固态电池中试线进展和成本下降路径。</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容百科技、当升科技在2027年实现高压实铁锂批量供货并锁定下游客户，则高压实产品竞争加剧，原有企业份额可能被分流；若固态电池中试线在2027年取得成本突破，则铁锂长期需求预期可能边际下修。跟踪指标：跨界企业铁锂出货量、固态电池中试线进展、电芯厂技术路线选择公告。证据边界：当前跨界企业铁锂产品尚无量产数据，固态电池报道缺乏具体量产时间表。</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三元头部企业容百科技、当升</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同时固态电池等新技术路线仍</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判断铁锂在动力和储能市场的</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三元头部企业容百科技、当升</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若容百科技、当升科技在2027年实现高压实铁锂批量供货并锁定下游客户，则高压实产品竞争加剧，原有企业份额可能被分流</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高压实产品供需缺口和海外平价车需求对铁锂的支撑；风险在于新产能集中释放后高压实溢价收窄、回收规范化增加合规成本、欧洲贸易政策不确定性；观察点是天赐材料16万吨项目客户认证进度、山东65万吨项目二期投产节点、回收政策实施细则。判断短期高压实景气延续，中期需警惕产能扩张与需求增速的匹配度。 [1][3][5]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缺口和海外需求构成短期机会，但天赐材料转产、三元企业跨界和山东项目开工共同指向供给端加速扩张，若需求增速不及预期，高压实产品也可能面临溢价收窄压力。回收规范化和欧洲贸易政策则从合规和出口两端增加不确定性。需要继续调研高压实产品月度供需平衡表、新产能投产节奏与下游电芯厂扩产计划的匹配度，以及回收政策对材料成本的具体影响路径。</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2027年上半年高压实新产能投产进度快于需求增速，则高压实产品溢价可能收窄，行业盈利分化加剧；若回收政策实施细则明确再生材料掺混比例且欧洲贸易政策保持稳定，则铁锂成本优势和出口需求有望延续。跟踪指标：高压实月度供需平衡、新产能投产公告、回收政策实施细则、欧盟电池法规执行进展。证据边界：当前供需缺口为年度测算，缺乏月度高频数据；回收政策仅为方向性报道。</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机会在于高压实产品供需缺口</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风险在于新产能集中释放后高</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观察点是天赐材料16万吨项</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机会在于高压实产品供需缺口</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若2027年上半年高压实新产能投产进度快于需求增速，则高压实产品溢价可能收窄，行业盈利分化加剧</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169万吨需求对120万吨供给:磷酸铁锂“高端缺口”为什么填不满?</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yk1J_t_u4joCisrHMTPoiZUWQigGekC0lqXa8Fplpd9XfejurnmuLy7AxswCTESmIrvfCZoOfQS73VW3eAo5LSToQvCP_oKAemj-VEd2SaNgkfe0bA5zPkgzJlF6n6zVBxysYgdkJP9_SK9HpCKHRl7J_ON2Casuoa31MuncnLzYhU_sxTdkiO5g2-RjHbGAKL_dahev9yGrFKTlWrbGFbzAjcIGepUqA..&amp;type=2&amp;query=%E9%93%81%E9%94%82 %E9%AB%98%E5%8E%8B%E5%AE%9E %E6%AD%A3%E6%9E%81%E6%9D%90%E6%96%99 %E9%87%8F%E4%BA%A7&amp;token=A8214557AFFD00E2EAECB5361B22CB33EB9393FC6AE1683C</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山东65万吨磷酸铁锂项目二期开工</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yk1J_t_u4jorRW_qzKVtORUWQigGekC0lqXa8Fplpd9ZdABQP4Q8m1g0KKD8XqcP3iP9k742mAib1s4UPAIcN6Fn44TIY2glkVolyPi6n7CBtfyqCvdefPQyjeUgCYpos8LFChDVY-ZMFgF1mprqy4gn1EBV6Pnd-HqHUQpOwnEj0A3pf1p9WkH7QMeVqMD549Gca3fBgi-XVQfHeLGiwD1AfaFW2DefQ..&amp;type=2&amp;query=%E9%93%81%E9%94%82 %E9%AB%98%E5%8E%8B%E5%AE%9E %E6%AD%A3%E6%9E%81%E6%9D%90%E6%96%99 %E9%87%8F%E4%BA%A7&amp;token=A8215585D7837E9A9392CA496473C2D3948F67566AE1683E</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退役电池回收进入规范化阶段，流向管理决定资源价值 - 搜狐网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https://m.sohu.com/a/1093750347_121925623?scm=10001.325_13-325_13.0.0-0-0-0-0.5_1334</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2027年新能源渗透率不低于70% 海南2030年拟禁售燃油车 - 太</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https://www.pcauto.com.cn/news/5189/51899592.html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中国电池占七成，欧洲推平价车却难脱依赖 - 汽车之家</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https://chejiahao.autohome.com.cn/info/26744140?reply=reply</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思伊纳科技在科技新高度，让新型锂电池及固态电池绽放科技之花 - 36Kr</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https://www.36kr.com/p/4033696451417218</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四部门关于开展2026年度享受增值税加计抵减政策的集成电路企业清单制定</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http://www.miit.gov.cn/zwgk/zcwj/wjfb/tz/art/2026/art_7d2e760b4be94217b8f55caec840b30d.html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https://www.youshan-tech.com/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https://www.shenghuaxc.com/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当升科技</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当升科技</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https://www.easpring.com/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2026-10-28</dc:title>
  <dc:subject>LFP daily briefing</dc:subject>
  <dc:creator>lifepo4_brief</dc:creator>
  <cp:lastModifiedBy>lifepo4_brief</cp:lastModifiedBy>
  <cp:revision>1</cp:revision>
  <dcterms:created xsi:type="dcterms:W3CDTF">2026-10-28T03:14:46Z</dcterms:created>
  <dcterms:modified xsi:type="dcterms:W3CDTF">2026-10-28T03:14:46Z</dcterms:modified>
</cp:coreProperties>
</file>