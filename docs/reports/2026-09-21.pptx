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信号集中在技术升级与产能扩张两条主线。高压实LFP第五代产品加速量产，匹配宁德时代、比亚迪快充需求；安达科技30万吨前驱体项目预计2026年四季度试生产，产能竞赛延续。同时，韩国电池材料企业被挤出全球供应链，中国份额超九成，显示中国LFP产业链优势强化。但产能扩张与回收项目落地并存，需关注供需再平衡节奏及政策对回收体系的规范影响。</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今日磷酸铁锂行业信号集中在技术升级与产能扩张两条主线。高压实LFP第五代产品加速量产，匹配宁德时代、比亚迪快充需求；安达科技30万吨前驱体项目</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今日磷酸铁锂行业信号集中在技术升级与产能扩张两条主线。高压实LFP第五代产品加速量产，匹配宁德时代、比亚迪快充需求；安达科技30万吨前驱体项目</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高压实磷酸铁锂技术路线加速量产，头部电池厂快充需求驱动产品升级；安达科技30万吨前驱体项目预计2026年四季度试生产，产能扩张持续；中国LFP材料全球份额超九成，韩国企业被挤</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高压实磷酸铁锂第五代产品加速量产，宁德时代、比亚迪神行快充需求推动；磷酸锰铁锂与高压实LFP代表两条升级路径，前者侧重能量密度，后者侧重快充性能。技术分化可能影响正极材料厂商</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安达科技30万吨/年磷酸铁锂前驱体项目预计2026年四季度试生产并逐步放量；宁德时代海内外再扩产，亿纬锂能获206GWh储能电池大单；广西贵港年产3万吨废旧磷酸铁锂电池资源化</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[2][4][5]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磷酸铁锂行业产能规模再创新高，前十大企业占全球份额约73%，中国LFP正极材料CR5约65%；产能扩张与市场集中度提升并存，可能加剧价格竞争，但头部企业通过技术升级维持盈利。</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[6]</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今日磷酸铁锂行业信号集中在技术升级与产能扩张两条主线。高压实LFP第五代产品加速量产，匹配宁德时代、比亚迪快充需求；安达科技30万吨前驱体项目</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技术路线加速量产，头部电池厂快充需求驱动产品升级；安达科技30万吨前驱体项目预计2026年四季度试生产，产能扩张持续；中国LFP材料全球份额超九成，韩国企业被挤出供应链。技术升级与产能释放并行，行业从产能竞赛转向价值竞争，但需警惕供给过剩压力。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LFP量产与安达科技前驱体项目共同指向行业对能量密度和成本的双重追求。技术升级可能拉大头部与中小厂商差距，而产能扩张若与需求增速不匹配，可能加剧价格竞争。韩国企业份额萎缩反映中国产业链成本优势，但需验证海外政策是否引发供应链区域化反制。</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LFP量产进度超预期，则可能加速对三元电池在快充领域的替代，跟踪头部电池厂装车数据及材料厂产能利用率；若安达科技项目按期投产，则前驱体供给增加可能压低原料价格，但需观察下游需求消化能力。证据边界限于当前公开的产能规划，实际落地受设备调试和客户认证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高压实磷酸铁锂技术路线加速</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安达科技30万吨前驱体项目</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中国LFP材料全球份额超九</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高压实磷酸铁锂技术路线加速</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若高压实LFP量产进度超预期，则可能加速对三元电池在快充领域的替代，跟踪头部电池厂装车数据及材料厂产能利用率</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高压实磷酸铁锂第五代产品加速量产，宁德时代、比亚迪神行快充需求推动；磷酸锰铁锂与高压实LFP代表两条升级路径，前者侧重能量密度，后者侧重快充性能。技术分化可能影响正极材料厂商的产线投资方向。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LFP量产与磷酸锰铁锂路线对比，反映行业在能量密度和成本之间的权衡。快充需求来自电池厂，可能倒逼材料厂升级产线。若高压实LFP成为主流，则拥有技术储备的头部材料厂受益，但需验证量产良率和成本控制。</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LFP量产良率提升且成本可控，则可能在中高端车型中扩大对三元电池的替代，跟踪宁德时代神行电池装车量及材料厂订单；若磷酸锰铁锂产业化提速，则可能分流部分LFP升级需求，需关注两家技术路线的客户绑定情况。证据边界限于当前公开的技术参数，实际性能需装车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高压实磷酸铁锂第五代产品加</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磷酸锰铁锂与高压实LFP代</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技术分化可能影响正极材料厂</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高压实磷酸铁锂第五代产品加</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若高压实LFP量产良率提升且成本可控，则可能在中高端车型中扩大对三元电池的替代，跟踪宁德时代神行电池装车量及材料厂订单</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安达科技30万吨/年磷酸铁锂前驱体项目预计2026年四季度试生产并逐步放量；宁德时代海内外再扩产，亿纬锂能获206GWh储能电池大单；广西贵港年产3万吨废旧磷酸铁锂电池资源化利用项目落户，总投资6亿元。产能扩张与回收布局同步推进。 [2][4][5]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安达科技前驱体项目投产将增加前驱体供给，可能降低正极材料成本；宁德时代和亿纬锂能的扩产与大单显示下游需求仍强，但需关注产能落地节奏与订单执行。回收项目落地反映电池回收政策驱动，可能缓解长期资源约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安达科技前驱体项目按期试生产，则2027年LFP正极材料供给可能进一步宽松，跟踪其客户认证进度及开工率；若宁德时代和亿纬锂能扩产项目落地，则对LFP材料需求形成支撑，但需观察储能电池订单的交付周期。证据边界限于项目公告，实际投产可能受审批和资金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安达科技30万吨/年磷酸铁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宁德时代海内外再扩产，亿纬</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广西贵港年产3万吨废旧磷酸</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安达科技30万吨/年磷酸铁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若安达科技前驱体项目按期试生产，则2027年LFP正极材料供给可能进一步宽松，跟踪其客户认证进度及开工率</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磷酸铁锂行业产能规模再创新高，前十大企业占全球份额约73%，中国LFP正极材料CR5约65%；产能扩张与市场集中度提升并存，可能加剧价格竞争，但头部企业通过技术升级维持盈利。 [6]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产能创新高与集中度提升表明行业进入洗牌期，中小厂商可能面临价格压力。头部企业凭借高压实LFP等高端产品可能获得溢价，但整体供给过剩风险仍存。需关注碳酸锂价格波动对成本的影响。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产能释放速度超过需求增长，则LFP正极材料价格可能承压，跟踪月度开工率和库存水平；若头部企业通过技术升级维持溢价，则行业盈利分化加剧，需关注二线厂商的产能出清情况。证据边界限于当前产能统计，实际价格受原料成本和订单结构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73%</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前十大企业占全球份额</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公开信息：磷酸铁锂行业产能规模再创新高，前十大企业占全球份额约73%</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65%</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中国LFP正极材料CR5</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公开信息：磷酸铁锂行业产能规模再创新高，前十大企业占全球份额约73%</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若产能释放速度超过需求增长，则LFP正极材料价格可能承压，跟踪月度开工率和库存水平</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派能科技参编多项国家标准，推动储能行业标准建设；百万吨退役动力电池逼近，回收堵点待破；姚占辉提出树立多元发展理念，推动各类能源在汽车领域协同消纳。政策端聚焦标准完善与回收体系建设。 [7][8][9]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依据：[7][8][9]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储能标准建设有助于规范市场，但可能增加企业合规成本；动力电池退役潮临近，回收政策若落地不及预期，可能引发环保风险。多元能源协同消纳政策可能影响电池技术路线选择，但短期对LFP需求影响有限。</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国家标准正式实施，则可能提高行业准入门槛，跟踪派能科技等参编企业的产品认证进展；若动力电池回收政策细化，则可能推动回收项目落地，但需观察经济性。证据边界限于政策草案，实际执行力度待明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派能科技参编多项国家标准，推动储能</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百万吨退役动力电池逼近，回收堵点待破</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姚占辉提出树立多元发展理念，推动各</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若储能国家标准正式实施，则可能提高行业准入门槛，跟踪派能科技等参编企业的产品认证进展</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韩国电池材料企业正被挤出全球供应链，中国份额超九成；二代刀片电池上市后，磷酸铁锂和三元锂电池胜负已分；潍柴动力2026年上半年动力电池销量约4.7GWh，同比翻番。中国LFP产业链优势强化，但竞品技术路线仍在演进。 [3][10][11]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依据：[3][10][11]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韩国企业份额萎缩反映中国LFP成本和技术优势，但可能引发贸易保护措施。二代刀片电池强化LFP在安全性和成本上的竞争力，但三元电池在高端车型仍有一席之地。潍柴动力销量增长显示商用车领域电动化加速。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海外市场对中国LFP材料实施贸易限制，则可能影响出口份额，跟踪欧美政策动向及韩国企业技术突破；若二代刀片电池持续放量，则可能进一步挤压三元电池在中低端市场空间，需关注车企电池选型变化。证据边界限于当前市场份额数据，实际竞争格局受地缘政治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韩国电池材料企业正被挤出全</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二代刀片电池上市后，磷酸铁</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潍柴动力2026年上半年动</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韩国电池材料企业正被挤出全</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若海外市场对中国LFP材料实施贸易限制，则可能影响出口份额，跟踪欧美政策动向及韩国企业技术突破</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产能扩张过快可能导致价格战，回收政策落地不及预期或引发环保风险；机会：高压实LFP量产和储能标准建设带来技术溢价，电池回收项目创造新增长点；观察：安达科技项目投产进度、宁德时代扩产节奏、海外贸易政策变化。 [6][5]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产能与需求赛跑是核心矛盾，技术升级可能缓解部分价格压力，但回收体系完善程度影响长期资源供给。政策标准建设既带来合规成本，也创造市场机遇。需持续跟踪头部企业开工率和库存变化。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安达科技项目投产延迟，则前驱体供给紧张可能支撑价格，跟踪其试生产公告；若海外贸易限制升级，则中国LFP出口可能受阻，需关注东南亚等新兴市场替代需求。证据边界限于当前公开信息，实际影响受多重因素交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风险：产能扩张过快可能导致</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机会：高压实LFP量产和储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观察：安达科技项目投产进度</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风险：产能扩张过快可能导致</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若安达科技项目投产延迟，则前驱体供给紧张可能支撑价格，跟踪其试生产公告</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【干货】磷酸锰铁锂VS高压实磷酸铁锂</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1EhLTDWJRkHPseTQ7TbaVzCu62XCpPPClqXa8Fplpd96_T_oOsov6ArN3EoM5-tKU08sgUp0X3lmj5fuaJYt4h_9dErOf4POOqKEURI9bXnTvSUM_GriAAwj-NT0xqtQi15jepPSvU6hbhDoa0g0nPtivSl0IGREGNFmJxZY9g1S4sq2mlWXAsc_PIgL9RFXdcvhF2KtjsCI9aOTn5XSbt5Nu7CnoSqqg..&amp;type=2&amp;query=%E9%93%81%E9%94%82 %E9%AB%98%E5%8E%8B%E5%AE%9E %E6%AD%A3%E6%9E%81%E6%9D%90%E6%96%99 %E9%87%8F%E4%BA%A7&amp;token=57D7E9A4F250071EB2B4E947B9515512B25C5F5C6AB096CA</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安达科技：30万吨/年磷酸铁锂前驱体项目，预计2026年第四季度试生产</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https://news.google.com/rss/articles/CBMiXEFVX3lxTE9iOVJOQ2Y1bnU5bXlpM0lRYzZDU2ZwN2ZkU3c0Z2JsLUxSUmFBZFd2MkxjczNlU3YwUHdUaGxtMWZVQ3duaHd4SW94X0E4NkQxVXlES1dnN1VIRUZn?oc=5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韩国电池材料企业正被挤出全球供应链，中国份额超九成 - 虎嗅</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https://www.huxiu.com/article/4892682.html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一周投资热点丨宁德时代海内外再扩产！亿纬锂能206GWh储能电池大单！</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https://news.google.com/rss/articles/CBMickFVX3lxTE1LbnJKc0s5TmN5M2d1WXh4UWVscU1qZ29OZXF0Rk5FdTdtVmZ0bzFwODhYRTJJNk94c2FFbkNJd3BoaXF6bFRxSWl4MTMtNmU1UFNqaE1PdFJVLVJUWWdTMEZnQjZrZlMtMC1DQTdqSWRiZw?oc=5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总投资6亿元，年产3万吨废旧磷酸铁锂电池资源化利用项目落户广西贵港 -</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https://news.google.com/rss/articles/CBMihgFBVV95cUxNazZYZDZUTUpCYlpMWDJ6SlB6cFExSWNtQlRzSGRZNGZlODNjVkFhTzZ2Nk95ZTZkUEhIeFBvZno0Qk5iaDZ2ZDJTdUozdkdnb3owV1NMTkRmNzVGTU5RZWFIbFVSaVN6MjJrSDBEZy1fTURjRmtMeHExc1QxZG5wLWg0YW15QQ?oc=5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磷酸铁锂:从产能竞赛到价值竞争的技术与产业变局</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1EhLTDWJRkHNHf2ywWpC8_Cu62XCpPPClqXa8Fplpd9tAGVFMlgBopuDcRQ-2WflBj-MVRUkz6XLbNj5WKWz9XJ9ZXttxvAS53GhFzRL7Ot5QC0jB4sp0GEubRd4yxjiz_dbk_qAuwNcl1TOR7OC6z0aLOZkOKs3WxHmYtkD6ZeYhHhFQ4aRqVvksHd_aIAhIQQ9WVvzNz8PQeKP6S1cdECYioxHkzTmA..&amp;type=2&amp;query=LFP %E6%AD%A3%E6%9E%81%E6%9D%90%E6%96%99 %E4%B8%AD%E5%9B%BD %E4%BA%A7%E8%83%BD&amp;token=57D7D6CE943A6E74D8DE8C2DDF792117D8287D5E6AB096C8</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派能科技参编多项国家标准，持续推动储能行业标准建设 - 碳索储能网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https://mcn.solarbe.com/news/20260921/50029457.html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百万吨退役量逼近 动力电池“重生”堵点待破 - 新浪财经</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https://news.google.com/rss/articles/CBMieEFVX3lxTE5kWHJNSlJJaXFpbmNObGlVRUhtdXd3Q0lXbk1LMUFZdEQzcjIwejBGN193S1BFVzg1eUY1S004dURKYkQxVW1NZE42NFMtM09wMVZsVUg5cE9YUmowSm9rMjdRV3N2VVlKRndSSFBjR3E5UXZKa19LTA?oc=5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姚占辉：树立多元发展理念，推动各类能源在汽车领域协同消纳 - 央视网</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https://auto.cctv.com/2026/09/20/ARTIzgDBWyIPELrzac6Jj7BS260920.shtml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二代刀片电池上市后，磷酸铁锂和三元锂电池胜负已分！ - 汽车之家</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https://news.google.com/rss/articles/CBMiW0FVX3lxTE5wbWZjSVpRYTF2Z2RpT2JPbDhBMTB2TjlYdUJwTUk5T293RlpQT0JQZFJtSU96ZGhUdzV4VzdJWjI5SzFYdUdrUlUzRlRHNk5KV0t5X0dqTmlUQWc?oc=5</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潍柴动力(000338.SZ)：2026年上半年动力电池销量约4.7G</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https://news.google.com/rss/articles/CBMieEFVX3lxTE9IX1pOTzZQblVyU09ualBPOFZKWGNPV3k2NUtsUGpmbGcxMTFiS0VsaXA0V0dCWmNCSmpKMlBtdmRpNzNpT3p1alFVN1pQVUg3R19OMVFPaHpzQVNJMlQxOWcwRWhZN3dNcmVOQmM5UVVjT3pzUmoxSA?oc=5</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电厂 | 小鹏G9L上市，何小鹏：第二代VLA和超快充推动海外销量|界</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https://www.jiemian.com/article/15118911.html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公开征求《氢能装备（碱性水电解制氢装备）制造行业规范条件（2026年本</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https://www.miit.gov.cn/gzcy/yjzj/art/2026/art_03d6631242cd45c5bef6e8d62571beff.html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https://www.miit.gov.cn/xwfb/bldhd/art/2026/art_7285ee48244d4f20b0f127c7f013ec11.html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2026-09-21</dc:title>
  <dc:subject>LFP daily briefing</dc:subject>
  <dc:creator>lifepo4_brief</dc:creator>
  <cp:lastModifiedBy>lifepo4_brief</cp:lastModifiedBy>
  <cp:revision>1</cp:revision>
  <dcterms:created xsi:type="dcterms:W3CDTF">2026-09-21T02:31:51Z</dcterms:created>
  <dcterms:modified xsi:type="dcterms:W3CDTF">2026-09-21T02:31:51Z</dcterms:modified>
</cp:coreProperties>
</file>