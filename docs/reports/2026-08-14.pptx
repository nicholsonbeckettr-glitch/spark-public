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DAILY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从公开事件到产业判断的每日工程化筛选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761488"/>
            <a:ext cx="5715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聚焦高压实正极材料技术竞赛，当升科技月出货达万吨，单吨净利0.3-0.4万元，凸显高端产品盈利优势。储能领域需求旺盛，河北4.2亿混合储能项目中标，海辰储能获澳大利亚大单并提前量产。政策端，北京鼓励回收配套储能，行业规范趋严。整体看，高压实技术迭代加速，储能市场持续扩容，企业盈利分化加剧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960120"/>
            <a:ext cx="3886200" cy="4526280"/>
          </a:xfrm>
          <a:prstGeom prst="rect">
            <a:avLst/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1188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今日逻辑主线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2128" y="1755648"/>
            <a:ext cx="0" cy="3090672"/>
          </a:xfrm>
          <a:prstGeom prst="line">
            <a:avLst/>
          </a:prstGeom>
          <a:noFill/>
          <a:ln w="15240">
            <a:solidFill>
              <a:srgbClr val="7F9D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700784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627632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09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技术突破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90688" y="2267712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194560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768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产能变化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90688" y="2834640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761488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843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90688" y="34015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3328416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107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企业信号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790688" y="3968496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3895344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776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风险机会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90688" y="453542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4462272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5445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今日磷酸铁锂行业聚焦高压实正极材料技术竞赛，当升科技月出货达万吨，单吨净利0.3-0.4万元，凸显高端产品盈利优势。储能领域需求旺盛，河北4.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今日总览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9966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今日磷酸铁锂行业聚焦高压实正极材料技术竞赛，当升科技月出货达万吨，单吨净利0.3-0.4万元，凸显高端产品盈利优势。储能领域需求旺盛，河北4.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18872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高压实磷酸铁锂成为技术竞争焦点，当升科技月出货万吨且单吨净利0.3-0.4万元，显示高端产品盈利优势；储能项目密集落地，河北4.2亿混合储能中标、海辰储能获澳洲大单并提前量产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18872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[1][2][3][4]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36208" y="1444752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766560" y="1883664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高压实磷酸铁锂成为技术迭代焦点，当升科技月出货万吨，单吨净利0.3-0.4万元；行业进入“超能铁锂”量产密集期，材料端同步推出高压实新品，技术代际更替临界点显现。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76656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[1][5]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8368" y="3566160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8872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188720" y="4005072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海辰储能提前两年量产，获澳大利亚储能大单，交付84套液冷系统，并布局甘肃60万吨前驱体、贵州40万吨钛项目；河北围场4.2亿混合储能项目中标，显示储能订单旺盛。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18872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[4][3]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36208" y="3566160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766560" y="4005072"/>
            <a:ext cx="877824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当升科技高压实产品单吨净利0.3-0.4万元，显示高端产品盈利优势；行业整体价格战压力仍存，但技术溢价和一体化布局可能缓解部分压力。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76656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总览结论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今日磷酸铁锂行业聚焦高压实正极材料技术竞赛，当升科技月出货达万吨，单吨净利0.3-0.4万元，凸显高端产品盈利优势。储能领域需求旺盛，河北4.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成为技术竞争焦点，当升科技月出货万吨且单吨净利0.3-0.4万元，显示高端产品盈利优势；储能项目密集落地，河北4.2亿混合储能中标、海辰储能获澳洲大单并提前量产，需求强劲；政策鼓励回收配套储能，行业规范趋严。 [1][2][3][4]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升科技高压实产品月出货万吨，单吨净利0.3-0.4万元，显著高于行业平均，表明技术溢价明显。海辰储能提前两年量产并获澳洲订单，反映储能需求旺盛，同时其布局上游前驱体项目，一体化趋势加强。河北混合储能项目中标，显示磷酸铁锂与钠离子互补应用场景拓展。政策端，北京鼓励回收配套储能，将推动回收体系与储能结合。这些信号共同指向高压实技术+储能双轮驱动，但需关注产能过剩风险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产品持续放量且盈利维持高位，则可能吸引更多企业跟进，加剧技术竞赛，但需跟踪产能利用率及价格走势；若储能项目密集落地，则可能带动磷酸铁锂需求超预期，但需关注原材料价格波动和产能过剩风险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高压实磷酸铁锂成为技术竞争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储能项目密集落地，河北4.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政策鼓励回收配套储能，行业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高压实磷酸铁锂成为技术竞争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若高压实产品持续放量且盈利维持高位，则可能吸引更多企业跟进，加剧技术竞赛，但需跟踪产能利用率及价格走势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高压实磷酸铁锂成为技术迭代焦点，当升科技月出货万吨，单吨净利0.3-0.4万元；行业进入“超能铁锂”量产密集期，材料端同步推出高压实新品，技术代际更替临界点显现。 [1][5]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依据：[1][5]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升科技选择高压实赛道，凭借技术积淀实现月出货万吨，单吨净利0.3-0.4万元，显著高于普通产品，表明技术溢价明显。今日锂电资讯指出，2026年“超能铁锂”进入密集量产期，材料端企业同步推出高压实密度新品，显示技术竞赛已打响。高压实技术提升能量密度和循环寿命，可能加速对中低端产品的替代，但需验证其成本下降速度和规模化能力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若高压实产品持续放量且成本下降，则可能加速对传统磷酸铁锂的替代，提升行业技术门槛；需跟踪各企业高压实产品出货量及客户验证进展，若良率提升，则可能进一步压缩二线企业生存空间。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高压实磷酸铁锂成为技术迭代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行业进入“超能铁锂”量产密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[1][5] 当升科技选择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高压实磷酸铁锂成为技术迭代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若高压实产品持续放量且成本下降，则可能加速对传统磷酸铁锂的替代，提升行业技术门槛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海辰储能提前两年量产，获澳大利亚储能大单，交付84套液冷系统，并布局甘肃60万吨前驱体、贵州40万吨钛项目；河北围场4.2亿混合储能项目中标，显示储能订单旺盛。 [4][3]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依据：[4][3]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辰储能提前量产并获澳洲订单，表明其产能爬坡顺利，同时布局上游前驱体项目，一体化战略降低成本和保障供应。河北混合储能项目中标，显示磷酸铁锂与钠离子互补应用场景拓展，储能需求多元化。这些订单和产能布局反映储能市场高景气，但需关注产能过剩风险，以及海外订单的交付能力和本地化要求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若储能订单持续增长，则可能带动磷酸铁锂需求超预期，但需跟踪产能利用率及原材料价格；若海辰等企业一体化项目投产，则可能降低生产成本，增强竞争力，但需关注资金压力和项目进度。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海辰储能提前两年量产，获澳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河北围场4.2亿混合储能项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[4][3] 海辰储能提前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海辰储能提前两年量产，获澳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若储能订单持续增长，则可能带动磷酸铁锂需求超预期，但需跟踪产能利用率及原材料价格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当升科技高压实产品单吨净利0.3-0.4万元，显示高端产品盈利优势；行业整体价格战压力仍存，但技术溢价和一体化布局可能缓解部分压力。 [2]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升科技高压实产品单吨净利0.3-0.4万元，显著高于行业平均，表明技术溢价明显。海辰储能布局上游前驱体项目，一体化战略降低成本。但行业整体产能过剩，价格战压力仍存，普通产品盈利空间被压缩。高压实技术可能成为差异化竞争点，但需验证其成本下降速度和规模化能力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若高压实产品持续放量且盈利维持高位，则可能吸引更多企业跟进，加剧技术竞赛，但需跟踪产能利用率及价格走势；若原材料价格波动，则可能影响盈利稳定性，需关注碳酸锂价格变化。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当升科技高压实产品单吨净利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行业整体价格战压力仍存，但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 当升科技高压实产品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当升科技高压实产品单吨净利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若高压实产品持续放量且盈利维持高位，则可能吸引更多企业跟进，加剧技术竞赛，但需跟踪产能利用率及价格走势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政策/合规风险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北京鼓励废动力电池回收示范项目配套分布式光伏和储能设施，政策支持回收与储能结合；行业规范趋严，回收合规手续和资质要求提升。 [6][7]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依据：[6][7]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政策鼓励回收项目配套储能，将推动回收体系与储能结合，创造新需求。行业规范趋严，回收工厂需完成合规手续和资质办理，提高行业门槛。这些政策可能利好有技术和资质的企业，但增加合规成本。需关注政策落地细节和补贴力度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若回收配套储能政策推广，则可能带动储能新增需求，但需关注补贴和实施细则；若合规要求提高，则可能淘汰部分小企业，利好龙头，但需跟踪政策执行力度。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合规风险金字塔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1975104"/>
            <a:ext cx="1097280" cy="512064"/>
          </a:xfrm>
          <a:prstGeom prst="trapezoid">
            <a:avLst/>
          </a:prstGeom>
          <a:solidFill>
            <a:srgbClr val="B85A4A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06654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监管红线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808976" y="249631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北京鼓励废动力电池回收示范项目配套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8183880" y="2615184"/>
            <a:ext cx="1737360" cy="512064"/>
          </a:xfrm>
          <a:prstGeom prst="trapezoid">
            <a:avLst/>
          </a:prstGeom>
          <a:solidFill>
            <a:srgbClr val="DDEBE0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706624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合规动作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808976" y="313639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行业规范趋严，回收合规手续和资质要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7863840" y="3255264"/>
            <a:ext cx="2377440" cy="512064"/>
          </a:xfrm>
          <a:prstGeom prst="trapezoid">
            <a:avLst/>
          </a:prstGeom>
          <a:solidFill>
            <a:srgbClr val="F4FAF6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346704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经营影响/观察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7808976" y="377647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[6][7] 北京政策鼓励回收项目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若回收配套储能政策推广，则可能带动储能新增需求，但需关注补贴和实施细则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当升科技高压实产品月出货万吨，单吨净利0.3-0.4万元，显示技术领先；海辰储能提前量产并获海外大单，一体化布局加速；行业竞争加剧，技术迭代和成本控制成为关键。 [2][4]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升科技凭借高压实技术实现高盈利，海辰储能通过一体化布局和海外订单抢占市场，显示头部企业差异化竞争。行业进入技术代际更替期，高压实产品成为竞争焦点，二线企业面临压力。需关注其他企业跟进情况和技术突破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若高压实技术持续领先，则可能巩固头部企业地位，但需跟踪其他企业技术突破；若海外订单交付顺利，则可能提升海辰储能国际份额，但需关注贸易壁垒和本地化要求。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当升科技高压实产品月出货万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海辰储能提前量产并获海外大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行业竞争加剧，技术迭代和成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当升科技高压实产品月出货万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若高压实技术持续领先，则可能巩固头部企业地位，但需跟踪其他企业技术突破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机会：储能需求旺盛，高压实技术溢价明显，政策支持回收配套储能。风险：产能过剩、价格战、原材料价格波动、技术迭代不确定性。观察：高压实产品放量、储能订单落地、政策执行。 [3][6]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依据：[3][6]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储能项目密集落地和高压实技术盈利优势带来机会，但产能过剩和价格战风险仍存。政策支持回收配套储能，可能创造新需求。需观察高压实产品能否持续放量、储能订单能否兑现、政策执行力度。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若储能需求持续高增，则可能带动磷酸铁锂量价齐升，但需跟踪产能利用率；若政策补贴落地，则可能加速回收与储能结合，但需关注执行细节；若原材料价格大幅波动，则可能影响盈利，需关注碳酸锂价格。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机会：储能需求旺盛，高压实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风险：产能过剩、价格战、原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观察：高压实产品放量、储能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机会：储能需求旺盛，高压实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若储能需求持续高增，则可能带动磷酸铁锂量价齐升，但需跟踪产能利用率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锁定高压实赛道,当升科技磷酸铁锂月出货已达万吨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0wJUuXmWDUZmUn7ZE3J05s7QsJE5Dg-71qXa8Fplpd9tdv5OzEYVuOOkLpTK7jQk9aJyzEbW6yFf1SOXC9jGFWqmcz0HK9URrCUzagKv56hbWyF80q5iI_Ws1hrP2jUstdbmyDts7hDbSxjOdWve8AoWh0yhGGP1OqL35orQMX28BFjxtzy4WQ3R8gtSogqofZpB452iwzJVVhW6jMDzFX1AfaFW2DefQ..&amp;type=2&amp;query=%E7%A3%B7%E9%85%B8%E9%93%81%E9%94%82 %E9%AB%98%E5%8E%8B%E5%AE%9E %E6%AD%A3%E6%9E%81%E6%9D%90%E6%96%99&amp;token=3DA91F5ADD450E73DED9872944B7DFA6DF27D6216A7E6CFB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当升科技:一家＂央企背景的正极材料老炮＂,正在悄悄换档提速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0wJUuXmWDUZ8L3KR0NrRJw7QsJE5Dg-71qXa8Fplpd9ouU_3Vj5J2QR2VGY3TDHDrQDWo62L4iMWIyhYifG6wVaGE9VUIsZklck7rDL9HGw3D2zW9c9_tXNyyUL1jDPA9CMhQaZSURDqdlRlIdQv2810CfoUuvI1C8ca4xOS-pSTxI7bZUkcGWaDcErwa_kVa_D6qClG0HkrrgTGaJz7KfP28temKTOwg..&amp;type=2&amp;query=%E9%93%81%E9%94%82 %E9%AB%98%E5%8E%8B%E5%AE%9E %E6%AD%A3%E6%9E%81%E6%9D%90%E6%96%99 %E9%87%8F%E4%BA%A7&amp;token=3DA927E4D74F0478D4D28C224FA8756DD5D4C1076A7E6CFC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4.2亿!磷酸铁锂+钠离子,河北又一新型储能项目中标!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0wJUuXmWDUZeGd2k8vm9fA7QsJE5Dg-71qXa8Fplpd9W9Ts4_wHHNmPXsGtYV9CVkH7MsM0nKc0exlR4pYSFmTMbI7yvfWuyAFOjbJLUP2b0NYNyphzazpgURIwAw2l-Vx5XW6F764duwJUjMVJTHMD5zdm-MVxcfUGcuORDWnzTMIbFY2909g1JHPTozYamAZZtGBqCznyQlR8vU2w-2zFcvUoAZZH7Q..&amp;type=2&amp;query=%E7%A3%B7%E9%85%B8%E9%93%81%E9%94%82 %E5%82%A8%E8%83%BD%E7%B3%BB%E7%BB%9F %E9%A1%B9%E7%9B%AE %E4%B8%AD%E6%A0%87&amp;token=3DA96AE152D580E34F5617B8CB445C8850BDA4CD6A7E6D05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行业快讯|海辰储能再获澳大利亚储能大单!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0wJUuXmWDUZnVuMLIa9nbw7QsJE5Dg-71qXa8Fplpd9PkKWnII4wly7JBsgLiKLxQvwcEcDc4GLMHvXNw_DsUpmMFiV15IPQW1t1JZz2g4aivLnQIjA6oQfQK2CsBy9YaLZjtyZpHi-YdysW7Vbui8DMYXI59loqNiDHb-uczOFde4q0T0ttSQqN39IKmOcMYz_5pfLeuF3GFwih73EkU7wdVqCwyPdzA..&amp;type=2&amp;query=%E6%B5%B7%E8%BE%B0%E5%82%A8%E8%83%BD %E7%A3%B7%E9%85%B8%E9%93%81%E9%94%82 %E5%82%A8%E8%83%BD%E7%B3%BB%E7%BB%9F %E9%A1%B9%E7%9B%AE%E6%8A%95%E4%BA%A7&amp;token=3DA97915CD4A007CCFD6882754D2A02FD00B77526A7E6D07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今日锂电每日资讯第11期:磷酸铁锂正站上技术代际更替的临界点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0wJUuXmWDUZFB8DdlkTBxw7QsJE5Dg-71qXa8Fplpd9aXa9gbhCMddDx7g-9k4GUCnxvnLpEyWnHc0xi8qPGRexu6YvqbHoVneN31ovBnHYZZew4WykxI0wfQI8skU4u9XYiNqyPVPaiTbZ8QteHm5rzykb1RSyUIwOOt3zVFHBmc-Kdj-rEvMRb6NyQG7QsCzsEPVmNZoSaNXKj3w6bTBFH6In5Ei3zg..&amp;type=2&amp;query=%E9%93%81%E9%94%82 %E9%AB%98%E5%8E%8B%E5%AE%9E %E6%AD%A3%E6%9E%81%E6%9D%90%E6%96%99 %E9%87%8F%E4%BA%A7&amp;token=3DA90EE35ACD87F4585E00AFCD19CDD058539FF46A7E6CF8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北京市：鼓励废动力电池回收示范项目配套建设分布式光伏、储能设施 - g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https://news.google.com/rss/articles/CBMiUkFVX3lxTFBKSnVTTTBjYjJqcGVXZTB6djVwR2lubDBVUERYR3RON1RPVUxWX0RiZHZZTWxGbDJxME9TMi1Ga3ZLQlRfVG16UTBabVp6ekhkNUE?oc=5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投资建设退役锂电池回收工厂，需完成哪些合规手续与资质办理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https://www.163.com/dy/article/L4823N1M0556MZCZ.html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【正极材料周报】容百科技磷酸铁锂即将大幅上量！宁德时代枧下窝锂矿仍处于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https://www.itdcw.com/news/dczk/0Q015H0H026.html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同体积容量击穿行业纪录！多氟多两款大圆柱磷酸铁锂换电方案发布_电池网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https://www.itdcw.com/news/chanpinxinwen/06251562M2026.html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磷酸铁锂动力型电池与磷酸铁锂储能型电池的区别分析_电池网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https://www.itdcw.com/news/dianchibaike/06301359262023.html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[11]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本周碳酸锂降价约6500元/吨 磷酸铁锂价格走低_电池网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https://www.itdcw.com/news/focus/03221544952026.html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[12]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https://www.icbattery.com/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https://www.gg-lb.com/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[14]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https://www.cbea.com/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[15]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https://www.stcn.com/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[16]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海外首次成为储能电芯主战场|界面新闻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https://www.jiemian.com/article/14919594.html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[17]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工业和信息化部政策文件库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https://www.miit.gov.cn/search/zcwjk.html?websiteid=110000000000000&amp;pg=&amp;p=&amp;tpl=14&amp;category=183&amp;q=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[18]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最新政策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https://www.miit.gov.cn/xwfb/zxzc/index.html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[19]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政策解读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https://www.miit.gov.cn/zwgk/zcjd/index.html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[20]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政策文件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https://www.miit.gov.cn/zwgk/zcwj/index.html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[21]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https://www.ndrc.gov.cn/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[22]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https://www.gov.cn/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[23]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生态环境部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生态环境部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https://www.mee.gov.cn/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[24]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万润新能源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磷酸铁锂-湖北万润新能源科技股份有限公司_动力电池材料_消费电池材料_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https://www.hbwanrun.com/application_details/1.html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lifepo4_brief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磷酸铁锂行业早报 2026-08-14</dc:title>
  <dc:subject>LFP daily briefing</dc:subject>
  <dc:creator>lifepo4_brief</dc:creator>
  <cp:lastModifiedBy>lifepo4_brief</cp:lastModifiedBy>
  <cp:revision>1</cp:revision>
  <dcterms:created xsi:type="dcterms:W3CDTF">2026-08-14T01:19:50Z</dcterms:created>
  <dcterms:modified xsi:type="dcterms:W3CDTF">2026-08-14T01:19:50Z</dcterms:modified>
</cp:coreProperties>
</file>