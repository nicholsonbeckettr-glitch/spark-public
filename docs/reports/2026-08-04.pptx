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动态：湖南裕能发布涨价函，磷酸铁锂加工费上调2000元/吨，叠加工信部废止动力电池梯次利用旧规，行业进入强监管与价格修复并行阶段。合肥电池产业“链主”逻辑凸显，国轩高科等企业引领技术路线多元化。钠电产业化加速，容百科技47亿元扩产30万吨，对磷酸铁锂形成潜在替代压力。政策端，电池成本核算标准会议召开，预示行业定价机制或将重塑。</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今日磷酸铁锂行业核心动态：湖南裕能发布涨价函，磷酸铁锂加工费上调2000元/吨，叠加工信部废止动力电池梯次利用旧规，行业进入强监管与价格修复并</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今日磷酸铁锂行业核心动态：湖南裕能发布涨价函，磷酸铁锂加工费上调2000元/吨，叠加工信部废止动力电池梯次利用旧规，行业进入强监管与价格修复并</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湖南裕能上调磷酸铁锂加工费2000元/吨，直接改善行业盈利预期；工信部废止动力电池梯次利用旧规，百企移出名单，回收市场面临强监管洗牌。合肥电池产业“链主”模式获官方调研认可，</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2194560"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合肥电池产业“链主”逻辑获官方调研认可，国轩高科等企业从跟跑到领跑，技术路线呈现磷酸铁锂、固态电池、钠电多元化并行态势。容百科技47亿元扩产30万吨钠电材料，标志钠电产业化“</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容百科技宣布超47亿元扩产30万吨钠电产能，丽岛新材扩产5万吨电池箔，显示上游材料端扩产热情高涨。湖南裕能发布涨价函上调磷酸铁锂加工费2000元/吨，反映头部企业订单饱满、议</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[4][6][1]</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湖南裕能发布涨价函，磷酸铁锂加工费上调2000元/吨，行业价格战或现拐点。电池成本核算标准会议召开，预示行业定价机制可能从单纯低价竞争转向成本加成模式。动力电池梯次利用旧规废</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今日磷酸铁锂行业核心动态：湖南裕能发布涨价函，磷酸铁锂加工费上调2000元/吨，叠加工信部废止动力电池梯次利用旧规，行业进入强监管与价格修复并</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上调磷酸铁锂加工费2000元/吨，直接改善行业盈利预期；工信部废止动力电池梯次利用旧规，百企移出名单，回收市场面临强监管洗牌。合肥电池产业“链主”模式获官方调研认可，国轩高科等企业技术路线多元化布局加速。钠电产业化提速，容百科技47亿元扩产30万吨，对磷酸铁锂形成中长期替代压力。电池成本核算标准会议召开，行业定价机制或迎变革。 [1][2][3][4]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涨价函与工信部废止梯次利用旧规形成政策与市场双重信号：前者反映行业加工费触底反弹，后者则通过收紧回收市场准入，间接利好正规磷酸铁锂回收企业。合肥“链主”逻辑报道与电池成本核算标准会议关联，表明地方政府与行业协会正协同推动产业链价值重估。容百科技钠电扩产与丽岛新材电池箔扩产，显示资本正流向替代技术路线与上游材料，需关注其对磷酸铁锂需求的分流效应。当前缺乏涨价函具体执行细节及下游电池厂接受度的公开验证。</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涨价函被下游主流电池厂接受，则磷酸铁锂加工费有望在Q3企稳并带动行业整体盈利修复，跟踪指标为后续其他厂商是否跟进涨价及月度排产数据；若工信部废止梯次利用旧规后地方执行细则趋严，则不合规回收产能将加速出清，正规回收企业份额提升，跟踪指标为各省出台的配套监管文件；若钠电产业化进度超预期，则2027年后磷酸铁锂在储能领域的需求增速可能承压，跟踪指标为钠电池量产成本与循环寿命数据。证据边界：以上判断基于当前公开信息，涨价函实际执行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湖南裕能上调磷酸铁锂加工费</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工信部废止动力电池梯次利用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合肥电池产业“链主”模式获</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湖南裕能上调磷酸铁锂加工费</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若湖南裕能涨价函被下游主流电池厂接受，则磷酸铁锂加工费有望在Q3企稳并带动行业整体盈利修复，跟踪指标为后续其他厂商是否跟进涨价及月度排产数据</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合肥电池产业“链主”逻辑获官方调研认可，国轩高科等企业从跟跑到领跑，技术路线呈现磷酸铁锂、固态电池、钠电多元化并行态势。容百科技47亿元扩产30万吨钠电材料，标志钠电产业化“奇点”临近。动力电池梯次利用旧规废止，或倒逼电池回收技术向精细化、高值化方向升级。 [3][4][5]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合肥“链主”模式报道与容百科技钠电扩产新闻关联，揭示行业技术路线正从单一磷酸铁锂主导转向多技术并行。国轩高科作为合肥链主企业，其磷酸铁锂与固态电池布局可能受益于地方政策资源倾斜。容百科技大手笔押注钠电，反映头部材料商对磷酸铁锂在中低端储能市场被替代的担忧。梯次利用旧规废止，意味着退役电池将更多直接进入再生利用环节，对破碎、分选、湿法冶金等技术的效率与环保要求提升。当前缺乏国轩高科固态电池量产时间表及钠电成本下降曲线的具体数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合肥“链主”模式被其他地区复制，则具备集群优势的电池及材料企业将获得更多政策与订单支持，跟踪指标为各地出台的产业链扶持政策及龙头企业资本开支方向；若钠电量产成本在2027年前降至0.4元/Wh以下，则其在储能领域对磷酸铁锂的替代将加速，跟踪指标为钠电池企业公布的量产成本与循环寿命数据；若梯次利用旧规废止后再生利用技术标准提高，则具备技术优势的回收企业将获得溢价，跟踪指标为再生利用环节的新增产能投资与技术专利数量。证据边界：技术路线演变</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合肥电池产业“链主”逻辑获</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容百科技47亿元扩产30万</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动力电池梯次利用旧规废止，</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合肥电池产业“链主”逻辑获</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若合肥“链主”模式被其他地区复制，则具备集群优势的电池及材料企业将获得更多政策与订单支持，跟踪指标为各地出台的产业链扶持政策及龙头企业资本开支方向</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宣布超47亿元扩产30万吨钠电产能，丽岛新材扩产5万吨电池箔，显示上游材料端扩产热情高涨。湖南裕能发布涨价函上调磷酸铁锂加工费2000元/吨，反映头部企业订单饱满、议价能力增强。合肥电池产业“链主”逻辑下，国轩高科等企业或获得更多客户订单与产能扩张支持。 [4][6][1]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依据：[4][6][1]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与丽岛新材的扩产公告，与湖南裕能涨价函形成“量价齐升”的行业信号。容百科技选择钠电路线而非磷酸铁锂，表明部分头部材料商正将资源向下一代技术倾斜，可能分流磷酸铁锂的扩产资本。丽岛新材扩产电池箔，服务于动力与储能电池铝箔需求，侧面印证电池产量仍在增长。湖南裕能作为磷酸铁锂正极龙头，其涨价函若落地，将直接增厚公司及行业利润，但也可能促使下游电池厂加速导入替代材料。当前缺乏涨价函的具体客户接受度及新签订单量的公开数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涨价函被市场消化且其他厂商跟进，则磷酸铁锂加工费将进入上行通道，行业产能利用率提升，跟踪指标为月度行业加工费均价及主要厂商排产计划；若容百科技钠电产能按期投产，则2027年后钠电材料供应将显著增加，对磷酸铁锂正极形成价格竞争压力，跟踪指标为钠电材料量产成本及下游电池厂验证进度；若丽岛新材等上游材料扩产项目顺利落地，则电池箔供应紧张局面缓解，利好电池厂成本控制，跟踪指标为电池箔加工费走势及新增产能投产时间。证据边界：扩产项目存在</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容百科技宣布超47亿元扩产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湖南裕能发布涨价函上调磷酸</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合肥电池产业“链主”逻辑下</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容百科技宣布超47亿元扩产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若湖南裕能涨价函被市场消化且其他厂商跟进，则磷酸铁锂加工费将进入上行通道，行业产能利用率提升，跟踪指标为月度行业加工费均价及主要厂商排产计划</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发布涨价函，磷酸铁锂加工费上调2000元/吨，行业价格战或现拐点。电池成本核算标准会议召开，预示行业定价机制可能从单纯低价竞争转向成本加成模式。动力电池梯次利用旧规废止，回收市场价格体系面临重塑。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涨价函与电池成本核算标准会议是今日价格信号的核心。涨价函表明头部正极材料商在成本压力下主动提价，若被下游接受，将带动行业加工费整体上移，缓解盈利压力。成本核算标准会议的召开，意味着行业正在探索更科学的定价机制，可能改变过去几年“内卷式”低价竞标格局。梯次利用旧规废止，将减少低价梯次电池对市场的冲击，有利于新电池与正规再生材料的价格稳定。当前缺乏涨价函执行后的实际成交数据及成本核算标准的具体内容。</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涨价函落地且Q3加工费维持上行，则磷酸铁锂正极企业毛利率将环比改善，跟踪指标为上市公司季报毛利率及行业加工费月度报价；若电池成本核算标准形成行业共识，则低价中标现象减少，具备成本与技术优势的龙头企业受益，跟踪指标为标准发布进度及招标规则变化；若梯次利用市场收缩，则再生利用环节的碳酸锂供应占比提升，影响锂价定价逻辑，跟踪指标为再生碳酸锂产量及价格与矿端价差。证据边界：涨价函执行存在变数，下游电池厂可能通过长协或技术降本对冲，实际</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湖南裕能发布涨价函，磷酸铁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电池成本核算标准会议召开，</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动力电池梯次利用旧规废止，</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湖南裕能发布涨价函，磷酸铁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若湖南裕能涨价函落地且Q3加工费维持上行，则磷酸铁锂正极企业毛利率将环比改善，跟踪指标为上市公司季报毛利率及行业加工费月度报价</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废止动力电池梯次利用旧规，百企移出名单，湖南电池回收行业迎来强监管洗牌。电池成本核算标准会议召开，行业规范体系进一步完善。合肥电池产业“链主”模式获官方调研认可，地方产业政策支持力度加大。 [2][5][7][3]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依据：[2][5][7][3]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废止梯次利用旧规是今日最重要的政策变量。该政策直接导致百家企业移出名单，意味着梯次利用准入门槛提高，不合规产能将被清退，行业集中度提升。电池成本核算标准会议的召开，显示主管部门正从成本端规范行业竞争秩序，可能对低价倾销行为形成约束。合肥“链主”模式获官方调研认可，预示地方政府将继续通过产业链协同、资金支持等方式扶持龙头企业发展。当前缺乏工信部废止旧规后的具体替代政策文本及成本核算标准的详细条款。</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工信部后续出台更严格的回收利用管理办法，则梯次利用市场将大幅收缩，具备再生利用资质与技术的企业将获得更大市场份额，跟踪指标为工信部及地方配套政策文件发布；若电池成本核算标准成为行业强制规范，则成本不透明的中小企业面临出清风险，龙头企业合规成本优势凸显，跟踪指标为标准发布后的行业整合动态；若合肥“链主”模式被推广，则其他电池产业集聚区可能出台类似扶持政策，改变区域竞争格局，跟踪指标为各地政府产业规划文件及龙头企业投资动向。证据边界：政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工信部废止动力电池梯次利用旧规，百</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电池成本核算标准会议召开，行业规范</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合肥电池产业“链主”模式获官方调研</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若工信部后续出台更严格的回收利用管理办法，则梯次利用市场将大幅收缩，具备再生利用资质与技术的企业将获得更大市场份额，跟踪指标为工信部及地方配套政策文件</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47亿元扩产30万吨钠电材料，直接与磷酸铁锂在储能和低端动力市场竞争。湖南裕能发布涨价函，以价格信号巩固正极材料龙头地位。国轩高科在合肥“链主”模式下加速技术多元化，与宁德时代等形成差异化竞争。 [4][1][3]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依据：[4][1][3]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容百科技作为传统三元材料龙头，大手笔布局钠电，意在抢占下一代电池材料制高点，其30万吨产能规模将对磷酸铁锂在储能领域的性价比优势构成挑战。湖南裕能作为磷酸铁锂正极龙头，通过涨价函主动调整价格策略，既是成本传导，也是行业话语权的宣示。国轩高科在合肥“链主”模式下，获得地方资源支持，其磷酸铁锂、固态电池、钠电多线布局，与宁德时代的规模优势形成错位竞争。当前缺乏容百科技钠电产品的具体客户验证数据及湖南裕能涨价后的订单变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容百科技钠电产能按期投产并获主流电池厂订单，则2027年后磷酸铁锂在储能领域将面临实质性替代威胁，跟踪指标为钠电池量产成本、循环寿命及储能项目中标情况；若湖南裕能涨价后市场份额未明显下滑，则其定价权增强，行业竞争格局进一步向头部集中，跟踪指标为公司季度出货量及市占率变化；若国轩高科固态电池研发取得突破，则其估值逻辑将从磷酸铁锂制造商转向下一代技术平台，跟踪指标为固态电池中试线进展及装车测试公告。证据边界：竞品技术路线与扩产计划存在执行</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容百科技47亿元扩产30万</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湖南裕能发布涨价函，以价格</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国轩高科在合肥“链主”模式</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容百科技47亿元扩产30万</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若容百科技钠电产能按期投产并获主流电池厂订单，则2027年后磷酸铁锂在储能领域将面临实质性替代威胁，跟踪指标为钠电池量产成本、循环寿命及储能项目中标情况</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湖南裕能涨价函开启行业价格修复，电池成本核算标准会议或重塑定价机制，合肥“链主”模式带来政策红利。风险：钠电产业化加速对磷酸铁锂形成替代压力，梯次利用旧规废止引发回收市场短期震荡。观察：涨价函执行情况、成本核算标准细则、钠电量产进度。 [1][2][4][3]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依据：[1][2][4][3]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今日信息呈现“政策收紧+价格修复+技术分流”三重交织。涨价函与成本核算标准会议是行业盈利改善的积极信号，但需观察下游接受度。梯次利用旧规废止是政策风险，短期可能造成回收市场业务中断，长期利好正规企业。容百科技钠电扩产是最大的技术替代风险，其30万吨产能规模若达产，将深刻改变储能材料竞争格局。合肥“链主”模式为区域龙头企业带来发展机遇，但可能加剧区域间竞争。当前缺乏涨价函执行后的市场反馈数据及成本核算标准的具体条款。</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磷酸铁锂加工费上调被市场广泛接受，则行业盈利拐点确立，龙头企业股价与业绩有望同步修复，跟踪指标为Q3行业平均加工费及主要公司业绩预告；若电池成本核算标准强制实施，则行业竞争从价格战转向成本与技术综合实力比拼，具备一体化布局的企业受益，跟踪指标为标准发布后的行业整合案例；若钠电产业化进度超预期，则磷酸铁锂企业需加快技术迭代或成本控制以维持份额，跟踪指标为钠电池在储能项目中的中标占比及磷酸铁锂企业新技术发布节奏。证据边界：以上判断基于当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机会：湖南裕能涨价函开启行</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风险：钠电产业化加速对磷酸</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观察：涨价函执行情况、成本</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机会：湖南裕能涨价函开启行</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若磷酸铁锂加工费上调被市场广泛接受，则行业盈利拐点确立，龙头企业股价与业绩有望同步修复，跟踪指标为Q3行业平均加工费及主要公司业绩预告</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电池成本核算标准会议召开！同类规模领先的电池ETF汇添富(159796</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https://news.google.com/rss/articles/CBMia0FVX3lxTE1tOHlaWl9BWUtpQ0xsNFRRUFRPckFvYm5GemN2cF9Vd0FNcmNPSVdvRktabDRGMHhPZm04SVg2TW1iUmR0YlZVc3ZMQ240M1p6ZlcyVENZdkRzZVJKaUxRbDBHT1o3VzZyaExj?oc=5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百企移出名单！动力电池梯次利用旧规废止 湖南电池回收行业迎来强监管洗牌</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https://hunan.voc.com.cn/news/202608/33381750.html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（活力中国调研行）从跟跑到领跑 合肥电池产业的“链主”逻辑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https://k.sina.com.cn/article_1784473157_6a5ce64502003pm4s.html?from=finance</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超47亿元扩产30万吨产能，容百科技“豪赌”钠电未来</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https://finance.sina.com.cn/jjxw/2026-08-03/doc-inikzeav2929332.shtml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动力电池梯次利用彻底叫停！工信部废止条款</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https://chejiahao.autohome.com.cn/info/26114571</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扩产5万吨电池箔！丽岛新材加大新能源材料赛道投资</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https://finance.sina.com.cn/roll/2026-08-03/doc-inikzqsr2792038.shtml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动力电池梯次利用彻底叫停！工信部废止条款 - 车家号</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https://news.google.com/rss/articles/CBMiW0FVX3lxTE9meTJyejRrSV9Mb0F3OG54VEt4OGJKQTA0TnVtdTgxMEdsamwyZmR5a1dwVjlPVEVqVURyblhJZ3dEN2RVZnI3TEVFcTFVUFZFcnVQWnppczc0d0U?oc=5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【正极材料周报】宁德时代“天价锂矿”采矿规模将达150万吨/年！今年国</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https://www.itdcw.com/news/dczk/0HG5E312026.html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【正极材料周报】30万吨钠电正极项目落地湖北仙桃！天力锂能及实控人被立</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https://www.itdcw.com/news/dczk/0P315FJ2026.html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2026-08-04</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政策解读：关于废止和修订新能源汽车废旧动力电池“梯次利用”相关政策标准</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https://www.miit.gov.cn/zwgk/zcjd/art/2026/art_e4704ad5959b42968525e3f07e3eff13.html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云南省省长王予波强调 系统提升固废综合治理能力水平_中华人民共和国生态</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https://www.mee.gov.cn/ywdt/dfnews/202607/t20260708_1161158.shtml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2026-08-04</dc:title>
  <dc:subject>LFP daily briefing</dc:subject>
  <dc:creator>lifepo4_brief</dc:creator>
  <cp:lastModifiedBy>lifepo4_brief</cp:lastModifiedBy>
  <cp:revision>1</cp:revision>
  <dcterms:created xsi:type="dcterms:W3CDTF">2026-08-04T01:47:05Z</dcterms:created>
  <dcterms:modified xsi:type="dcterms:W3CDTF">2026-08-04T01:47:05Z</dcterms:modified>
</cp:coreProperties>
</file>