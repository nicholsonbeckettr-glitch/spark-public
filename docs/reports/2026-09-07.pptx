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高压实正极材料量产、储能产能审批收紧及电池回收政策升级。协鑫锂电发布第五代高压实产品，中创新航30万吨项目公示，显示技术迭代与产能扩张并行；同时储能新建产能审批或收紧，叠加动力电池退役潮，行业正从规模扩张转向质量与回收体系构建。价格与盈利压力未现新信号，但政策与产能动态将重塑竞争格局。</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今日磷酸铁锂行业聚焦高压实正极材料量产、储能产能审批收紧及电池回收政策升级。协鑫锂电发布第五代高压实产品，中创新航30万吨项目公示，显示技术迭</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今日磷酸铁锂行业聚焦高压实正极材料量产、储能产能审批收紧及电池回收政策升级。协鑫锂电发布第五代高压实产品，中创新航30万吨项目公示，显示技术迭</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协鑫锂电量产第五代高压实磷酸铁锂材料，中创新航30万吨项目公示，技术升级与产能扩张同步推进；储能新建产能审批或收紧，动力电池回收政策升级，行业进入质量与合规驱动阶段。高压实产</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[1][2][3][4][5][6][7]</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协鑫锂电量产第五代高压实磷酸铁锂材料，采用三种铁源前驱体原位粒径级配技术，提升压实密度和能量密度。该技术路线或成行业主流，推动材料向高压实、高容量方向发展。</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中创新航年产30万吨磷酸铁锂材料项目公示，亿纬锂能海外38GWh储能电池工厂开工，河北储能电站项目采购启动，显示行业产能扩张与订单需求同步活跃，但需警惕过剩风险。</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[2][8][9][3]</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今日无直接价格数据，但储能产能过剩预警和扩产项目可能加剧价格竞争。高压实材料量产或提供差异化溢价，但整体盈利压力仍存。</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[3][4][1][5]</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今日磷酸铁锂行业聚焦高压实正极材料量产、储能产能审批收紧及电池回收政策升级。协鑫锂电发布第五代高压实产品，中创新航30万吨项目公示，显示技术迭</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7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量产第五代高压实磷酸铁锂材料，中创新航30万吨项目公示，技术升级与产能扩张同步推进；储能新建产能审批或收紧，动力电池回收政策升级，行业进入质量与合规驱动阶段。高压实产品将提升能量密度，但需关注产能过剩风险；回收体系完善或改变原材料供应格局。 [1][2][3][4][5][6][7]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依据：[1][2][3][4][5][6][7]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的第五代高压实材料量产（来源1）与中创新航30万吨项目（来源11）共同指向行业技术迭代与规模扩张。高压实材料可提升电芯能量密度，满足高端市场需求，但中创新航的大规模扩产可能加剧产能过剩。同时，储能产能审批收紧（来源5、6）和电池回收政策升级（来源2、3、10）表明政策导向从鼓励扩张转向规范与循环利用，这将影响新建项目审批节奏和原材料来源。需进一步调研高压实材料的实际客户导入进度及回收政策的具体执行细则。</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材料量产顺利且被主流电池厂采用，则可能推动磷酸铁锂电芯能量密度提升，加速对中镍三元材料的替代，需跟踪协鑫锂电的客户验证进展。若储能产能审批收紧政策落地，则可能抑制低端产能扩张，利好具备技术和成本优势的头部企业，需关注具体审批细则和项目清单。若电池回收政策全面实施，则可能增加锂、磷等原料的二次供应，影响原材料价格，需跟踪回收体系建设进度和回收率指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协鑫锂电量产第五代高压实磷</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储能新建产能审批或收紧，动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高压实产品将提升能量密度，</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协鑫锂电量产第五代高压实磷</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若高压实材料量产顺利且被主流电池厂采用，则可能推动磷酸铁锂电芯能量密度提升，加速对中镍三元材料的替代，需跟踪协鑫锂电的客户验证进展</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协鑫锂电量产第五代高压实磷酸铁锂材料，采用三种铁源前驱体原位粒径级配技术，提升压实密度和能量密度。该技术路线或成行业主流，推动材料向高压实、高容量方向发展。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的第五代产品（来源1）展示了高压实材料的技术突破，通过粒径级配优化颗粒堆积，提高压实密度。这与行业追求更高能量密度的趋势一致，可能吸引其他材料企业跟进。同时，中创新航的30万吨项目（来源11）可能采用类似先进工艺，规模化生产将加速技术普及。但技术成熟度和成本控制仍需验证，需关注其量产良率和下游客户反馈。</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材料技术被广泛采用，则可能推动磷酸铁锂电芯能量密度达到新的高度，进而扩大其在储能和动力领域的应用范围。需跟踪其他厂商的高压实产品发布和量产进度，以及下游电池厂的采购选择。若该技术成本下降，则可能加速对传统常规压实材料的替代，需关注材料价格与性能的平衡点。</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协鑫锂电量产第五代高压实磷</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该技术路线或成行业主流，推</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[1][2] 协鑫锂电的第</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协鑫锂电量产第五代高压实磷</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若高压实材料技术被广泛采用，则可能推动磷酸铁锂电芯能量密度达到新的高度，进而扩大其在储能和动力领域的应用范围</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中创新航年产30万吨磷酸铁锂材料项目公示，亿纬锂能海外38GWh储能电池工厂开工，河北储能电站项目采购启动，显示行业产能扩张与订单需求同步活跃，但需警惕过剩风险。 [2][8][9][3]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依据：[2][8][9][3]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的30万吨项目（来源11）和亿纬锂能的海外工厂（来源13）表明头部企业仍在积极扩产，以满足储能和动力市场需求。河北储能项目采购（来源12）则直接体现了下游需求。然而，储能产能审批收紧的预警（来源5、6）暗示政策层面对过剩风险的担忧，这可能影响未来新项目审批，但已公示项目或不受影响。需关注这些项目的实际投产时间、客户订单锁定情况，以及审批政策对在建项目的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中创新航30万吨项目顺利投产，则可能大幅增加市场供应，对现有材料企业形成竞争压力，需跟踪其产能爬坡和客户结构。若亿纬锂能海外工厂如期开工，则可能带动海外储能市场需求，利好上游材料出口，需关注海外政策环境变化。若储能审批收紧，则可能抑制部分在建项目，导致产能释放延迟，需跟踪政策执行力度和项目调整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中创新航年产30万吨磷酸铁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[2][8][9][3] </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河北储能项目采购（来源12</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中创新航年产30万吨磷酸铁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若中创新航30万吨项目顺利投产，则可能大幅增加市场供应，对现有材料企业形成竞争压力，需跟踪其产能爬坡和客户结构</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今日无直接价格数据，但储能产能过剩预警和扩产项目可能加剧价格竞争。高压实材料量产或提供差异化溢价，但整体盈利压力仍存。 [3][4][1][5]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依据：[3][4][1][5]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尽管今日无具体价格报道，但储能产能过剩预警（来源5、6）和中创新航等大规模扩产（来源11）暗示供应增加可能压低价格。高压实材料（来源1）作为高端产品，可能获得一定溢价，但若技术普及，溢价空间或收窄。电池回收政策（来源2、3）长期可能增加原料供应，降低材料成本，但短期影响有限。需关注碳酸锂价格走势、行业平均加工费变化，以及高压实材料的实际售价与成本。</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产能过剩加剧，则可能导致磷酸铁锂材料价格战，压缩企业利润，需跟踪行业开工率和库存水平。若高压实材料需求旺盛，则可能维持较高价格，为企业提供盈利缓冲，需关注其市场渗透率。若电池回收政策落地，则可能降低锂源成本，改善材料企业盈利，需跟踪回收锂的供应量和成本优势。</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今日无直接价格数据，但储能</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高压实材料量产或提供差异化</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[3][4][1][5] </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今日无直接价格数据，但储能</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若储能产能过剩加剧，则可能导致磷酸铁锂材料价格战，压缩企业利润，需跟踪行业开工率和库存水平</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6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储能新建产能审批或收紧，动力电池回收政策升级，行业规范标准强化，合规要求提高。企业需关注项目审批风险及回收责任。 [3][4][5][6][7][10]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依据：[3][4][5][6][7][10]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财联社和新浪财经报道的储能产能过剩预警（来源5、6）表明政策可能收紧新建产能审批，以控制过剩风险。同时，动力电池退役潮和回收利用提升的报道（来源2、3、10）显示政策将加强回收体系建设和监管。此外，行业规范标准（来源4）可能进一步强化安全与质量要求。这些政策变化将增加企业的合规成本，并影响新项目规划和运营模式。需关注具体政策文件、审批流程变化及回收责任分配细则。</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产能审批收紧政策正式出台，则可能延迟或取消部分规划项目，影响相关设备与材料订单，需跟踪政策发布时间和项目清单。若电池回收政策强制实施，则可能要求电池生产企业承担回收责任，增加运营成本，但可能催生回收产业机会，需关注具体责任指标和补贴机制。若行业规范标准升级，则可能淘汰落后产能，利好合规企业，需跟踪标准修订内容和执行时间。</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储能新建产能审批或收紧，动力电池回</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企业需关注项目审批风险及回收责任</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[3][4][5][6][7][1</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若储能产能审批收紧政策正式出台，则可能延迟或取消部分规划项目，影响相关设备与材料订单，需跟踪政策发布时间和项目清单</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协鑫锂电、中创新航、亿纬锂能等头部企业动作频繁，分别在高性能材料、大规模扩产和海外布局方面发力，竞争格局向技术与规模并重演变。 [1][2][8]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协鑫锂电的高压实材料（来源1）代表技术差异化竞争，中创新航的30万吨项目（来源11）体现规模扩张，亿纬锂能的海外工厂（来源13）则侧重全球化布局。这些动作显示头部企业正通过不同策略巩固市场地位。同时，储能产能过剩预警（来源5、6）可能促使二线企业面临更大压力。需关注各企业的技术路线差异、成本控制能力及客户结构，以评估其竞争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头部企业持续扩产，则可能挤压中小厂商市场份额，行业集中度提升，需跟踪各企业产能利用率与订单份额。若高压实材料成为主流，则率先量产的企业可能获得技术溢价，需关注协鑫锂电的客户导入速度。若海外市场需求增长，则具备海外产能的企业如亿纬锂能将受益，需跟踪国际贸易政策与汇率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协鑫锂电、中创新航、亿纬锂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[1][2][8] 协鑫锂</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这些动作显示头部企业正通过</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协鑫锂电、中创新航、亿纬锂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若头部企业持续扩产，则可能挤压中小厂商市场份额，行业集中度提升，需跟踪各企业产能利用率与订单份额</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5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风险：产能过剩加剧、政策收紧导致项目延期。机会：高压实材料技术领先、回收体系完善带来原料保障。观察：储能审批政策细节、高压实材料市场接受度、回收政策执行。 [3][4][1][5][6]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依据：[3][4][1][5][6]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综合今日信息，行业面临的主要风险是产能过剩和政策收紧（来源5、6），可能影响企业盈利和项目进度。机会在于技术升级（来源1）和回收利用（来源2、3）带来的差异化竞争和成本降低。需持续观察政策落地情况、技术商业化进展以及回收体系构建，以评估行业长期趋势。</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产能过剩风险持续，则可能引发行业洗牌，淘汰高成本产能，需跟踪行业平均盈利水平与产能利用率。若高压实材料需求超预期，则可能带动新一轮技术投资，需关注专利布局与量产规模。若回收政策有效执行，则可能形成“材料-电池-回收”闭环，降低对进口锂矿的依赖，需跟踪回收技术经济性和政策支持力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风险：产能过剩加剧、政策收</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机会：高压实材料技术领先、</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观察：储能审批政策细节、高</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风险：产能过剩加剧、政策收</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若产能过剩风险持续，则可能引发行业洗牌，淘汰高成本产能，需跟踪行业平均盈利水平与产能利用率</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【协鑫锂电】量产5.5代“极擎C20”高压实磷酸铁锂材料</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whtXwx_nmkI2JdLx8KbohiMMsvwLVrY4VqXa8Fplpd9aICAVZeYfva-zOX7nbDDLSVag8fD8CkSKOCQzkR-Mlk1WRzn7sqsZZ8sDL3WwylFxcExFn0ZRKrOfk5p5hlTR8PDxYYNGqptXLcyD5lkN8Czo73TBbSl0e2TdZdU-VGxgSHK5_fkKvdvPE4nAsg2HYnwsJURFj_z1rAOxDkRDYLYl_Q5RRZQjg..&amp;type=2&amp;query=%E9%93%81%E9%94%82 %E9%AB%98%E5%8E%8B%E5%AE%9E %E6%AD%A3%E6%9E%81%E6%9D%90%E6%96%99 %E9%87%8F%E4%BA%A7&amp;token=ECC7BF93540EEF5145431F9E46A47ACD46C860496A9E1B18</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总投资33.6亿元！中创新航年产30万吨磷酸铁锂材料项目公示 - 新浪网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https://news.google.com/rss/articles/CBMigwFBVV95cUxPMGpYMHZBcU54ei1EWi1tUVpud2V0NU5yVjN5VDEzbHpJbUc5Q0hOYVNpckh0Y19hcFVOUzF1THgwQW44aXBiR0V0WEZQQVJYbG5GQmlVZDVRNFFwa001aXZrdm84VmJmUnVFYXZmQXpJMld3U2FSZnJTNE12aHpoV0QxNA?oc=5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从“一芯难求”到过剩预警 储能新建产能审批或将收紧 - 财联社</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https://www.cls.cn/detail/2475110</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从“一芯难求”到过剩预警 储能新建产能审批或将收紧 - 新浪财经</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https://finance.sina.com.cn/roll/2026-09-06/doc-iniqwnma6526301.shtml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【政策资讯】新能源汽车动力电池将迎“退役潮” ，废旧电池何去何从 - </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https://news.google.com/rss/articles/CBMid0FVX3lxTFB0X3ZNcThvaVg3dFJLdk1iMHpjYVJaMWplTjM0V21xVDhaVW9pOXhwWmYyMl91SHZLQXB0d3VSQlRCUVd0RGRSRUdQa0hmT3lkMG0yNmpRbDlLN3FvaFRIS0ppQjI5a0VYNEF4WDI0b1JneGZWQVM0?oc=5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财经观察：中国动力电池回收利用迎来全面提升 - 新浪财经</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vAFBVV95cUxPV1ZOUC12dFd4THhCck5FX2xOZzZQdWh1MWxxc2lWZnlUelZIdUpzcGMyeTEtSU42QkxWbFhKR0YzalZiRy1jc1ZaVlVPblRoOXNOa2pFOEctR3QwN21peEMwUWotWnV2MUxWMnZmbEZlYjhGSUNOR0VqZ1dNWUxjSjJ4VnR2Rm5sS3RwWEkzTlJOU0FBYVMtb3A3eS0zWW5HM05MQk5HQmNSS2FLdWhQTmczN09iTEJXVE11eQ?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财经观察：中国动力电池回收利用迎来全面提升 - 新浪财经</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https://finance.sina.cn/stock/jdts/2026-09-07/detail-iniqxyne9654263.d.html?oid=800&amp;vt=4&amp;cid=76993&amp;node_id=76993</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年产38GWh储能电池！亿纬锂能海外三期工厂重磅开工 - 新浪财经</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https://news.google.com/rss/articles/CBMieEFVX3lxTFBkZ3FhSFB3QUh1blhhUVo1MVhwWkh5OEtyeGtDVklMOENKSUFzTzF2NlJLWDREOVVNRVJobEJVSTlIUkt3MENNbGg2SHM4UFZnZk9HVjE1V0lYTmJ3bk4wYk1XVkxZcWVXTGRkeWZVQVZVdDNmUlFEcA?oc=5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河北交投晟德承德县300MW/1200MWh储能电站项目磷酸铁锂电池储</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https://news.google.com/rss/articles/CBMiX0FVX3lxTE9iQTlPSkZHTzU3WW81eGprN0hjNExZb0lWSDF2TzU4X1Bwa3BJbHFQeWV1QTVEYlI0YUVOdW82UFZhREt5SklKZEU5T2xQNHM3QkxQc1hJZWRJNGE2OE53?oc=5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产业级标准引领安全升级| 贝投体育比分深度复盘与电池安全技术峰会召开-</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https://m.ttplus.cn/tmqzkwikiwxlu.shtml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2026-09-07</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http://www.miit.gov.cn/xwfb/bldhd/art/2026/art_7982b459b09e4adb907255c723f152c8.html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国际电信联盟第七届世界电信/信息通信技术政策论坛在巴哈马拿骚召开</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https://www.miit.gov.cn/xwfb/bldhd/art/2026/art_7982b459b09e4adb907255c723f152c8.html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三部门关于2026年度享受增值税加计抵减政策的先进制造业企业名单制定工</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https://www.miit.gov.cn/xwfb/zxzc/art/2026/art_f7a75444808e4e3b8f13b7a84ac733e4.html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2026-09-07</dc:title>
  <dc:subject>LFP daily briefing</dc:subject>
  <dc:creator>lifepo4_brief</dc:creator>
  <cp:lastModifiedBy>lifepo4_brief</cp:lastModifiedBy>
  <cp:revision>1</cp:revision>
  <dcterms:created xsi:type="dcterms:W3CDTF">2026-09-07T02:03:44Z</dcterms:created>
  <dcterms:modified xsi:type="dcterms:W3CDTF">2026-09-07T02:03:44Z</dcterms:modified>
</cp:coreProperties>
</file>