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高压实正极材料量产、储能需求爆发及海外市场扩张。第五代高压实磷酸铁锂C18发布，重庆特瑞10万吨项目进入环保验收，显示技术升级与产能扩张并行。全球储能电池订单暴涨3000%，年销量有望突破1TWh，为磷酸铁锂需求提供强劲支撑。海外动力电池市场三家中企翻倍增长，但特朗普政府禁止电池废料出口，或影响关键矿产供应链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今日磷酸铁锂行业聚焦高压实正极材料量产、储能需求爆发及海外市场扩张。第五代高压实磷酸铁锂C18发布，重庆特瑞10万吨项目进入环保验收，显示技术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今日磷酸铁锂行业聚焦高压实正极材料量产、储能需求爆发及海外市场扩张。第五代高压实磷酸铁锂C18发布，重庆特瑞10万吨项目进入环保验收，显示技术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第五代高压实磷酸铁锂C18量产发布，重庆特瑞10万吨项目进入竣工环保验收，标志行业技术升级与产能扩张加速。全球储能电池订单暴涨3000%，年销量有望突破1TWh，为磷酸铁锂需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第五代量产高压实磷酸铁锂C18于2026年5月发布，粉末压实密度显著提升。重庆特瑞年产10万吨高端磷酸铁锂正极材料项目一阶段进入竣工环保验收，显示行业正加速布局高端产品线。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重庆特瑞年产10万吨高端磷酸铁锂项目进入竣工环保验收，产能扩张稳步推进。全球储能电池订单暴涨3000%，年销量有望突破1TWh，为磷酸铁锂需求提供强劲支撑。海外动力电池市场三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[2][3][5]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高压实磷酸铁锂C18发布和重庆特瑞项目投产，可能加剧高端市场竞争，但技术升级有望提升产品附加值。储能订单暴涨或支撑需求，但需关注产能过剩风险。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[1][3]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今日磷酸铁锂行业聚焦高压实正极材料量产、储能需求爆发及海外市场扩张。第五代高压实磷酸铁锂C18发布，重庆特瑞10万吨项目进入环保验收，显示技术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代高压实磷酸铁锂C18量产发布，重庆特瑞10万吨项目进入竣工环保验收，标志行业技术升级与产能扩张加速。全球储能电池订单暴涨3000%，年销量有望突破1TWh，为磷酸铁锂需求提供强劲支撑。海外动力电池市场三家中企翻倍增长，但特朗普政府禁止电池废料出口，或影响关键矿产供应链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C18量产与重庆特瑞项目验收，表明行业正通过技术升级和产能扩张应对市场竞争。储能电池订单暴涨3000%与海外市场增长，为磷酸铁锂需求提供支撑。特朗普政府禁止电池废料出口，可能影响锂、钴等关键矿产的回收利用，进而影响供应链稳定性。需关注技术升级带来的成本变化及政策对供应链的具体影响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磷酸铁锂C18量产顺利且重庆特瑞项目按期投产，则可能加速行业技术迭代，提升高端产品占比，但需跟踪其成本下降幅度及客户验证进度。若储能电池订单持续高增，则可能带动磷酸铁锂需求超预期，但需关注产能释放节奏。若特朗普政府禁令落地，则可能推高关键矿产价格，影响电池回收产业链，需跟踪政策执行细节及替代供应来源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第五代高压实磷酸铁锂C18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全球储能电池订单暴涨300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海外动力电池市场三家中企翻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第五代高压实磷酸铁锂C18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若高压实磷酸铁锂C18量产顺利且重庆特瑞项目按期投产，则可能加速行业技术迭代，提升高端产品占比，但需跟踪其成本下降幅度及客户验证进度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第五代量产高压实磷酸铁锂C18于2026年5月发布，粉末压实密度显著提升。重庆特瑞年产10万吨高端磷酸铁锂正极材料项目一阶段进入竣工环保验收，显示行业正加速布局高端产品线。 [1][2]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C18的发布，标志着行业在提升能量密度和降低成本方面取得进展。重庆特瑞项目的推进，表明企业正通过扩大高端产能来满足市场需求。这些技术进展可能提升磷酸铁锂在动力电池和储能领域的竞争力，但需关注其实际量产良率和成本控制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磷酸铁锂C18的量产成本低于现有产品，则可能推动其在高端动力电池中的渗透率提升，需跟踪其客户导入进度和实际性能表现。若重庆特瑞项目顺利投产，则可能增加高端正极材料供给，缓解供需紧张，但需关注其产能爬坡速度和市场消化能力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第五代量产高压实磷酸铁锂C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重庆特瑞年产10万吨高端磷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[1][2] 高压实磷酸铁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第五代量产高压实磷酸铁锂C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若高压实磷酸铁锂C18的量产成本低于现有产品，则可能推动其在高端动力电池中的渗透率提升，需跟踪其客户导入进度和实际性能表现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庆特瑞年产10万吨高端磷酸铁锂项目进入竣工环保验收，产能扩张稳步推进。全球储能电池订单暴涨3000%，年销量有望突破1TWh，为磷酸铁锂需求提供强劲支撑。海外动力电池市场三家中企翻倍增长，显示海外客户拓展成效显著。 [2][3][5]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依据：[2][3][5]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庆特瑞项目验收和储能订单暴涨，表明磷酸铁锂需求端和供给端均呈现积极态势。海外市场三家中企翻倍增长，显示中国磷酸铁锂企业在全球市场的竞争力提升。但需关注产能扩张带来的市场竞争加剧，以及海外政策变化对订单的影响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全球储能电池年销量突破1TWh，则可能带动磷酸铁锂需求大幅增长，但需跟踪产能释放节奏和价格竞争态势。若海外市场持续扩张，则可能提升中国磷酸铁锂企业的全球份额，但需关注贸易政策变化和本地化生产要求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重庆特瑞年产10万吨高端磷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全球储能电池订单暴涨300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海外动力电池市场三家中企翻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重庆特瑞年产10万吨高端磷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若全球储能电池年销量突破1TWh，则可能带动磷酸铁锂需求大幅增长，但需跟踪产能释放节奏和价格竞争态势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高压实磷酸铁锂C18发布和重庆特瑞项目投产，可能加剧高端市场竞争，但技术升级有望提升产品附加值。储能订单暴涨或支撑需求，但需关注产能过剩风险。 [1][3]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技术升级和产能扩张可能带来成本下降，但同时也可能引发价格竞争。储能需求高增为价格提供支撑，但若产能释放过快，可能导致供过于求。需关注碳酸锂价格波动和行业平均成本变化，以评估盈利压力。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若高压实产品量产成本显著低于现有产品，则可能提升企业盈利能力，但需跟踪其良率和规模效应。若储能需求持续高增，则可能支撑价格稳定，但需关注新增产能投放节奏和行业库存水平。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高压实磷酸铁锂C18发布和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储能订单暴涨或支撑需求，但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[1][3] 技术升级和产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高压实磷酸铁锂C18发布和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若高压实产品量产成本显著低于现有产品，则可能提升企业盈利能力，但需跟踪其良率和规模效应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特朗普政府禁止钨废料、电池废料出口，以提升关键矿产供应能力，可能影响电池回收产业链。国内政策方面，需关注新能源电池限制政策及电池回收政策的后续变化。 [4][6][7]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依据：[4][6][7]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朗普政府的禁令可能影响全球电池废料贸易流向，推高关键矿产价格，增加电池回收成本。国内政策对新能源电池的限制和回收要求，可能影响磷酸铁锂企业的生产和回收业务。需关注政策执行细节及对供应链的具体影响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特朗普政府禁令正式实施，则可能推高电池废料价格，影响回收企业盈利，但可能利好拥有海外矿产资源的中国企业，需跟踪政策执行时间和替代供应来源。若国内出台更严格的电池回收政策，则可能增加企业合规成本，但可能推动行业规范化发展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特朗普政府禁止钨废料、电池废料出口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国内政策方面，需关注新能源电池限制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[4][6][7] 特朗普政府的禁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若特朗普政府禁令正式实施，则可能推高电池废料价格，影响回收企业盈利，但可能利好拥有海外矿产资源的中国企业，需跟踪政策执行时间和替代供应来源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二代刀片电池上市后，磷酸铁锂和三元锂电池胜负已分，显示磷酸铁锂在动力电池领域优势扩大。海外动力电池市场三家中企翻倍增长，显示中国磷酸铁锂企业竞争力增强。 [8][5]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依据：[8][5]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二代刀片电池的上市，进一步巩固了磷酸铁锂在动力电池市场的地位。海外市场三家中企翻倍增长，表明中国磷酸铁锂企业在全球市场的竞争力提升。需关注竞争对手的技术路线和市场份额变化。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若磷酸铁锂在动力电池领域的优势持续扩大，则可能挤压三元锂电池的市场份额，但需关注固态电池等新技术的发展。若海外市场持续增长，则可能提升中国企业的全球影响力，但需关注本地化生产和贸易壁垒。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二代刀片电池上市后，磷酸铁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海外动力电池市场三家中企翻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[8][5] 二代刀片电池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二代刀片电池上市后，磷酸铁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若磷酸铁锂在动力电池领域的优势持续扩大，则可能挤压三元锂电池的市场份额，但需关注固态电池等新技术的发展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机会：储能需求爆发、海外市场扩张、技术升级。风险：产能过剩、政策变化、关键矿产供应。观察：高压实产品量产进度、储能订单持续性、海外政策执行。 [3][4][1]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依据：[3][4][1]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储能订单暴涨和海外市场增长为磷酸铁锂行业带来机遇，但产能扩张和政策变化可能带来风险。需密切关注高压实产品量产进度、储能订单的持续性以及海外政策的具体执行情况，以评估行业发展趋势。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订单持续高增且高压实产品量产顺利，则可能推动行业量价齐升，但需关注产能过剩风险。若海外政策趋严，则可能影响出口，但可能加速本地化布局。若关键矿产供应受限，则可能推高成本，但可能催生替代技术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机会：储能需求爆发、海外市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风险：产能过剩、政策变化、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观察：高压实产品量产进度、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机会：储能需求爆发、海外市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若储能订单持续高增且高压实产品量产顺利，则可能推动行业量价齐升，但需关注产能过剩风险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高压实磷酸铁锂,一场没有退路的产业升级!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z6TryvqL7IJb26tWKPmcWC-KiElGL2n2FqXa8Fplpd95P4rKk4CIkxcciOOIo8jUeGydDD52o1VIFysJ32vpQdWo9A0QgNw5TeN_WqMWGmyGlXE6HUj1hK6bwPzhzVJQ7fQvu9YcVFuIU7iMlForjTHzRVPSktMV_2jbaGM5rP9dU_F90EUaejr9F1osoqA-sKnBdUUpRdxPDlNkWIyb6YGX_iHL9MadA..&amp;type=2&amp;query=%E9%93%81%E9%94%82 %E9%AB%98%E5%8E%8B%E5%AE%9E %E6%AD%A3%E6%9E%81%E6%9D%90%E6%96%99 %E9%87%8F%E4%BA%A7&amp;token=21EAB4D13E9E683D292F708E0B7EDD9029871D9C6A7926EF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铁红法磷酸铁锂“异军突起”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z6TryvqL7IJ-nrRPzUtvvu-KiElGL2n2FqXa8Fplpd9SG7cYZ3sKlKWGUdjss8kK58bZLphnmf66SX5vOYVl9FwpQ-3TsH0s8Rm_jX3Gc8U3Uqp6RzEg46EFTOyQz5jCaUs2l0iF31midfAzTUKETgsM3yVaZ_d3t5aG4Ou7sFlpoScrXMNIxxHhHQIiktOzh1tqqtsfk7hQZ1i_RW0FZ0Y-UZGbO56rA..&amp;type=2&amp;query=%E7%A3%B7%E9%85%B8%E9%93%81%E9%94%82 %E5%8A%A8%E5%8A%9B%E7%94%B5%E6%B1%A0 %E8%A3%85%E8%BD%A6 %E5%AE%A2%E6%88%B7&amp;token=21EB046574D4227662643AC54142EEDA62B0FF766A7926FD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订单暴涨3000%！全球储能电池年销量有望历史性突破1TWh！ - 搜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https://news.google.com/rss/articles/CBMijAFBVV95cUxQSkZpWDl1QmJPMXkyTWtGbndDRER4MzV4SWJKSUQ5eFp4NUNEUGhLRkl4dkw0bGgyN1huNWhCZXo3NkEzLVVwVGtzZEhKOVR1TDdzZEFvV1d0UTk5Q0dvR2gxVldFTE5Ec2t1Rk5KMFlWRV9yQlpHQzJnZE1ZRFFYUm9sQnpkVktiOTFOaA?oc=5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特朗普政府禁止钨废料、电池废料出口 以提升关键矿产供应能力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https://www.cls.cn/detail/2447915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上半年海外动力电池装车量TOP10：两家新上榜 三家中企翻倍增长 - 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https://news.google.com/rss/articles/CBMiSkFVX3lxTE1yVEhLWHpMSW9lTk5Ga1l2aDNYNkx0SFI4S3RyOHlnY2htNHRYaWJaS18yREx1cnFVOVBIRzcycUZkTXdRTFU2YW9R?oc=5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5万的小车卖不动，40万以上的抢着买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https://news.sina.cn/gn/2026-08-09/detail-inimtpwm5472183.d.html?oid=Scramma%20di%20Google(TG:e10838).upi&amp;vt=4&amp;cid=56261&amp;node_id=56261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电池回收生意为什么是汽车投资新方向？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https://m.sohu.com/a/1060630675_639898?scm=10001.325_13-325_13.0.0-0-0-0-0.5_1334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二代刀片电池上市后，磷酸铁锂和三元锂电池胜负已分！ - 车家号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https://news.google.com/rss/articles/CBMiW0FVX3lxTE5wbWZjSVpRYTF2Z2RpT2JPbDhBMTB2TjlYdUJwTUk5T293RlpQT0JQZFJtSU96ZGhUdzV4VzdJWjI5SzFYdUdrUlUzRlRHNk5KV0t5X0dqTmlUQWc?oc=5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【正极材料周报】30万吨钠电正极项目落地湖北仙桃！天力锂能及实控人被立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https://www.itdcw.com/news/dczk/0P315FJ2026.html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本周碳酸锂降价约6500元/吨 磷酸铁锂价格走低_电池网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https://www.itdcw.com/news/focus/03221544952026.html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政策解读：关于废止和修订新能源汽车废旧动力电池“梯次利用”相关政策标准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https://www.miit.gov.cn/zwgk/zcjd/art/2026/art_e4704ad5959b42968525e3f07e3eff13.html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https://www.miit.gov.cn/zwgk/zcjd/index.html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2026-08-10</dc:title>
  <dc:subject>LFP daily briefing</dc:subject>
  <dc:creator>lifepo4_brief</dc:creator>
  <cp:lastModifiedBy>lifepo4_brief</cp:lastModifiedBy>
  <cp:revision>1</cp:revision>
  <dcterms:created xsi:type="dcterms:W3CDTF">2026-08-10T01:19:45Z</dcterms:created>
  <dcterms:modified xsi:type="dcterms:W3CDTF">2026-08-10T01:19:45Z</dcterms:modified>
</cp:coreProperties>
</file>