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集中在高压实技术竞赛、储能项目落地和回收政策推进。高压实磷酸铁锂2.7g/cm³以上仅头部企业具备量产能力，技术壁垒正在重塑材料格局；任丘100MW/400MWh磷酸铁锂+钠电池储能项目公示中标候选人，显示铁锂在储能领域需求持续；乌兰察布80亿元回收产业园落地，叠加动力电池退役政策讨论升温，回收端规范化提速。需关注高压实产能释放节奏、储能项目经济性及回收政策对成本结构的传导。</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今日磷酸铁锂行业信号集中在高压实技术竞赛、储能项目落地和回收政策推进。高压实磷酸铁锂2.7g/cm³以上仅头部企业具备量产能力，技术壁垒正在重</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今日磷酸铁锂行业信号集中在高压实技术竞赛、储能项目落地和回收政策推进。高压实磷酸铁锂2.7g/cm³以上仅头部企业具备量产能力，技术壁垒正在重</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877824"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高压实磷酸铁锂密度竞赛升级，2.7g/cm³以上仅头部企业可量产，技术壁垒拉大；任丘100MW/400MWh铁锂+钠电池储能项目公示中标候选人，储能端铁锂需求延续；乌兰察布8</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高压实磷酸铁锂密度竞赛进入第五代，2.7g/cm³以上仅头部企业具备量产能力，技术壁垒正在重新划分电池材料格局；压实密度提升直接关联电芯能量密度，是铁锂在高端乘用车和储能领域</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[2][3]</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任丘100MW/400MWh磷酸铁锂电池+钠电池独立储能试点项目公示中标候选人，远景能源、宁德时代预中标；该项目采用铁锂与钠电池混合技术路线，显示储能系统采购向多元化技术组合</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[2][3]</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锂电行业旺季启动，板块景气修复行情讨论升温；头部企业带头推行60天付款新规，可能缓解上游材料企业现金流压力，但铁锂正极价格能否同步回升仍取决于供需格局。</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今日磷酸铁锂行业信号集中在高压实技术竞赛、储能项目落地和回收政策推进。高压实磷酸铁锂2.7g/cm³以上仅头部企业具备量产能力，技术壁垒正在重</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密度竞赛升级，2.7g/cm³以上仅头部企业可量产，技术壁垒拉大；任丘100MW/400MWh铁锂+钠电池储能项目公示中标候选人，储能端铁锂需求延续；乌兰察布80亿元回收产业园落地，动力电池退役政策讨论密集，回收规范化提速。三者共同指向铁锂产业链从材料性能、应用场景到循环闭环的竞争深化。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技术公众号文章与储能中标公示、回收产业园新闻形成呼应：材料端性能升级支撑电芯能量密度提升，进而增强铁锂在储能和动力领域的竞争力；储能项目中标验证需求，回收产业园则回应退役电池增长。但高压实量产良率、储能项目实际交付节奏、回收政策具体执行细则尚缺验证，需跟踪头部企业产能公告和项目并网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磷酸铁锂量产良率持续提升且头部企业产能如期释放，则可能加速铁锂在高端动力和储能市场的渗透，挤压中低端产能；跟踪指标包括头部企业月度出货量、2.7g/cm³以上产品占比及下游电芯厂验证进度；证据边界限于当前公开的公众号分析和中标公示，实际量产数据需待企业财报或行业月度数据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高压实磷酸铁锂密度竞赛升级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任丘100MW/400MW</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乌兰察布80亿元回收产业园</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高压实磷酸铁锂密度竞赛升级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若高压实磷酸铁锂量产良率持续提升且头部企业产能如期释放，则可能加速铁锂在高端动力和储能市场的渗透，挤压中低端产能</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高压实磷酸铁锂密度竞赛进入第五代，2.7g/cm³以上仅头部企业具备量产能力，技术壁垒正在重新划分电池材料格局；压实密度提升直接关联电芯能量密度，是铁锂在高端乘用车和储能领域对抗三元的关键路径。 [2][3]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两山智库文章指出高压实磷酸铁锂竞争是电池材料领域最硬的“密度竞赛”，第五代产品2.7g/cm³以上仅少数企业可量产。该信号与储能中标项目形成关联：更高压实密度意味着同等体积下更多活性物质，降低单位Wh成本，增强铁锂在储能场景的经济性。但文章未披露具体企业名单和量产规模，需进一步调研头部正极材料企业的产线爬坡进度和客户验证周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头部企业高压实产品量产良率突破并获下游电芯厂批量采购，则可能推动铁锂电芯能量密度向200Wh/kg以上迈进，扩大其在高端乘用车和长时储能中的适用性；跟踪指标包括头部正极厂季度出货结构、电芯厂发布的新产品能量密度参数；证据边界限于公众号分析，需等待企业公告或行业白皮书确认。</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高压实磷酸铁锂密度竞赛进入</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压实密度提升直接关联电芯能</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[2][3] 两山智库文章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高压实磷酸铁锂密度竞赛进入</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若头部企业高压实产品量产良率突破并获下游电芯厂批量采购，则可能推动铁锂电芯能量密度向200Wh/kg以上迈进，扩大其在高端乘用车和长时储能中的适用性</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任丘100MW/400MWh磷酸铁锂电池+钠电池独立储能试点项目公示中标候选人，远景能源、宁德时代预中标；该项目采用铁锂与钠电池混合技术路线，显示储能系统采购向多元化技术组合演进，铁锂仍是主力。 [2][3]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储网公示信息显示，河北任丘智弘项目为新型技术路线磷酸铁锂电池+钠电池独立储能试点，规模100MW/400MWh，预中标方为远景能源和宁德时代。该信号与高压实技术路线形成关联：储能项目对循环寿命和成本敏感，高压实铁锂可降低单位成本，而钠电池补充低温或特定场景。需进一步调研项目实际交付时间、铁锂与钠电池的容量配比及中标价格，以判断对铁锂需求的拉动量。</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该项目按计划推进并网，则可能为铁锂+钠电池混合储能模式提供示范，带动后续类似项目招标放量；跟踪指标包括项目开工/并网时间、实际铁锂采购量、中标单价；证据边界限于中标候选人公示，最终合同条款和供货比例尚未公开，需关注后续中标结果公告。</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任丘100MW/400MW</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该项目采用铁锂与钠电池混合</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[2][3] 新储网公示信</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任丘100MW/400MW</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若该项目按计划推进并网，则可能为铁锂+钠电池混合储能模式提供示范，带动后续类似项目招标放量</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锂电行业旺季启动，板块景气修复行情讨论升温；头部企业带头推行60天付款新规，可能缓解上游材料企业现金流压力，但铁锂正极价格能否同步回升仍取决于供需格局。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浪财经文章提及锂电行业旺季启动、板块景气修复，搜狐文章报道头部企业推行60天付款新规。两者关联在于：付款周期缩短改善材料企业营运资金，但若铁锂产能过剩持续，价格传导仍受限。高压实产品溢价可能成为差异化盈利来源。需进一步调研铁锂正极实际成交价、碳酸锂成本走势及头部企业付款新规执行范围。</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旺季需求持续且付款新规广泛落地，则铁锂正极企业现金流压力可能边际缓解，但价格回升仍需供给端出清配合；跟踪指标包括铁锂正极月度均价、碳酸锂现货价、头部电芯厂应付账款周转天数；证据边界限于行业动态报道，具体价格数据需参考第三方报价机构。</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锂电行业旺季启动，板块景气</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头部企业带头推行60天付款</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[4][5] 新浪财经文章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锂电行业旺季启动，板块景气</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若旺季需求持续且付款新规广泛落地，则铁锂正极企业现金流压力可能边际缓解，但价格回升仍需供给端出清配合</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乌兰察布总投资80亿元磷酸铁锂回收产业园落地，动力电池退役政策讨论密集，“车电一体报废”新规施行预期升温；回收端规范化将影响铁锂全生命周期成本，并可能改变正极材料企业的原料获取结构。 [1][6][7]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浪财经报道80亿元回收产业园落地，川观新闻和中国环保协会文章讨论动力电池退役秩序及中欧回收攻防，投资者提问提及“车电一体报废”新规。这些信号关联在于：回收政策趋严将推动退役电池流入正规渠道，保障回收企业原料，同时可能增加电池生产商的责任成本。铁锂回收经济性受锂价影响较大，需进一步调研新规具体条款、回收产业园产能规划及对铁锂正极成本的实际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车电一体报废”等新规严格执行，则退役电池正规回收量可能增加，利好具备资质的回收企业，但短期可能抬高电池生产商的合规成本；跟踪指标包括新规正式文件发布时间、回收产业园开工进度、正规回收渠道占比；证据边界限于新闻报道和投资者问答，政策细则尚未全文披露。</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乌兰察布总投资80亿元磷酸铁锂回收</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回收端规范化将影响铁锂全生命周期成</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[1][6][7] 新浪财经报道8</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若“车电一体报废”等新规严格执行，则退役电池正规回收量可能增加，利好具备资质的回收企业，但短期可能抬高电池生产商的合规成本</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福特公开回怼美国交通部长，美国汽车业竭力保住电车，政策博弈可能影响美国铁锂需求节奏；印度供电缺口促其加快发展电池储能，中国铁锂产业链出口面临新市场机遇与竞争。 [8][9]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依据：[8][9]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华尔街见闻报道福特与美国交通部长就电车政策公开交锋，新浪财经报道印度因供电缺口加快电池储能发展。两者关联在于：美国政策不确定性可能延缓铁锂在北美本土化生产，而印度储能需求增长可能为中国铁锂电芯和材料出口提供增量。需进一步调研美国 IRA 细则变化、印度储能招标规模及中国企业的参与方式。</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美国电车政策摇摆导致铁锂需求推迟，则可能促使中国铁锂企业加速转向印度、中东等新兴储能市场；跟踪指标包括美国电车销量月度数据、印度储能招标容量、中国铁锂电芯出口目的地结构；证据边界限于新闻评论，实际贸易数据需待海关统计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福特公开回怼美国交通部长，</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印度供电缺口促其加快发展电</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[8][9] 华尔街见闻报</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福特公开回怼美国交通部长，</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若美国电车政策摇摆导致铁锂需求推迟，则可能促使中国铁锂企业加速转向印度、中东等新兴储能市场</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高压实铁锂技术壁垒拉大头部与中小厂商差距，储能项目混合技术路线或分流部分铁锂需求，回收政策趋严增加合规成本；机会在于高端产品溢价、储能增量市场及回收闭环带来的原料保障。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信号：高压实技术竞赛、储能中标、回收产业园落地、付款新规、美国政策博弈和印度储能需求，形成多空交织。技术领先企业可能享受溢价，但中小厂商面临出清压力；储能混合路线和回收政策增加不确定性。需持续跟踪头部企业高压实出货占比、储能项目铁锂实际采购量、回收政策执行细则及海外市场准入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溢价扩大且储能招标持续放量，则头部铁锂正极企业盈利可能率先修复，而中小厂商退出加速；跟踪指标包括头部企业毛利率、高压实产品出货占比、储能中标均价；证据边界限于公开新闻和公众号分析，实际财务影响需待季度报告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高压实铁锂技术壁垒拉大头部</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机会在于高端产品溢价、储能</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 综合今日信号：高压</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高压实铁锂技术壁垒拉大头部</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若高压实产品溢价扩大且储能招标持续放量，则头部铁锂正极企业盈利可能率先修复，而中小厂商退出加速</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总投资80亿元！大型磷酸铁锂回收产业园落地乌兰察布 - finance</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https://finance.sina.com.cn/roll/2026-09-09/doc-inirfcpw5721519.shtml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两山观察 | 高压实磷酸铁锂的“密度竞赛”,正在重新划分电池材料格局</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7wlZ04ybojnHdJ7TOHhL9Gc9ooknb35NVqXa8Fplpd9lSC2hVjD0ytoAVrpWbKndJTVnMqdMAr1Emj_Vx653P_CEipYRNtOPrnHw2A3IBwgmKtVSnD7p5RdvGaYxDKtrhQAoCNU0QXGZbtIHuQGD_BVx4sttfjee086KnYPlkEJon90A-ANKQAC9Swg_yvQjhwD9HlZTlxB0SE8ZWOPRlFj3x9Nw6p-Fg..&amp;type=2&amp;query=%E9%93%81%E9%94%82 %E9%AB%98%E5%8E%8B%E5%AE%9E %E6%AD%A3%E6%9E%81%E6%9D%90%E6%96%99 %E9%87%8F%E4%BA%A7&amp;token=035F712313F5839935306E21BE9CC83D362B45416AA212D2</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远景能源、宁德时代预中标!任丘100MW/400MWh磷酸铁锂电池+钠</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7wlZ04ybojn7U-HC2D1Seic9ooknb35NVqXa8Fplpd9YmabECkv5v8770dIBpIEptIBPjcbvXjeXUd7DO38Go_7yRcpFn_NUFG_jOI8QraZYgkU-0URudCfQxWke18YuDzJ5vdyJf5CLaR8pGlltyVvCs5nhNacC2ZdljO90zSiEZKGSRoEs_zQhRzjgm5FENvuUoFsF9fP7hDUR4-lxCzRtmyIGw2VAg..&amp;type=2&amp;query=%E7%A3%B7%E9%85%B8%E9%93%81%E9%94%82 %E5%82%A8%E8%83%BD%E7%B3%BB%E7%BB%9F %E9%A1%B9%E7%9B%AE %E4%B8%AD%E6%A0%87&amp;token=035FD6092BCFBAA10C0A571A809954050D1291276AA212E2</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锂电行业旺季启动 板块景气修复行情有望开启 - k.sina.com.</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https://k.sina.com.cn/article_5953466437_162dab0450670baaro.html?cre=tianyi&amp;mod=pcpager_fintoutiao&amp;loc=2&amp;r=0&amp;rfunc=90&amp;tj=cxvertical_pc_pager_spt&amp;tr=164</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头部企业带头！锂电储能行业推行60天付款新规 - Sohu</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https://m.sohu.com/a/1073694647_121925623?scm=10001.325_13-325_13.0.0-0-0-0-0.5_1334</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动力电池的退役江湖：野蛮退场，秩序登场 - 川观新闻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https://news.google.com/rss/articles/CBMiTkFVX3lxTFBmam9KaUxuWHhNOFh0aXYyNTE2UnRmTlgyVUZnY181UnBTNGRhQ1BZZ1pkNEFQUEo2eGFubGFqM29lOEN6SEItakF2RmxjUQ?oc=5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动力电池回收的中欧攻防战 - 中国环保协会</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https://news.google.com/rss/articles/CBMiZkFVX3lxTE1LMTNXaXl1Wm5SdGlLak8wUHoxS1ZiVnd0QUs3Q2pNQjZkR3B6UF9Hb19iVjRxZ0YxZl9OSllMWGFBUm1oMHpSX3dPNXZSel9TTkY1a0RvZHB3Tmo4ZDFpWFRGRnJ6dw?oc=5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福特公开回怼美国交通部长，美国汽车业“竭力保住电车” - 华尔街见闻</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https://wallstreetcn.com/articles/3781455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供电缺口促印度加快发展电池储能 - 新浪财经</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https://finance.sina.cn/2026-09-10/detail-inirhrrh3245830.d.html?vt=4</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【正极材料周报】71.5万吨磷酸铁锂项目终止！中创新航/万华化学再上磷</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https://www.itdcw.com/news/dczk/0S115L0R026.html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【正极材料周报】盟固利募资加码正极材料项目获批！一矿业巨头公告致歉_电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https://www.itdcw.com/news/dczk/0ZG5M332026.html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储能电池扩产急刹车|界面新闻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https://www.jiemian.com/article/15067758.html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http://www.miit.gov.cn/xwfb/bldhd/art/2026/art_7982b459b09e4adb907255c723f152c8.html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https://www.miit.gov.cn/xwfb/bldhd/art/2026/art_7982b459b09e4adb907255c723f152c8.html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三部门关于2026年度享受增值税加计抵减政策的先进制造业企业名单制定工</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https://www.miit.gov.cn/xwfb/zxzc/art/2026/art_f7a75444808e4e3b8f13b7a84ac733e4.html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2026-09-10</dc:title>
  <dc:subject>LFP daily briefing</dc:subject>
  <dc:creator>lifepo4_brief</dc:creator>
  <cp:lastModifiedBy>lifepo4_brief</cp:lastModifiedBy>
  <cp:revision>1</cp:revision>
  <dcterms:created xsi:type="dcterms:W3CDTF">2026-09-10T02:18:10Z</dcterms:created>
  <dcterms:modified xsi:type="dcterms:W3CDTF">2026-09-10T02:18:10Z</dcterms:modified>
</cp:coreProperties>
</file>