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龙头公司宣布全系涨价2000元/吨并拟投建240亿元大项目，同时山东锂源11万吨高性能正极材料项目首条产线试产，供给端扩张信号明确。政策端，锂电池消费税即将恢复征收，将直接增加电池及整车成本。此外，中创新航177Ah电池被曝存在电芯隐患，涉及超21万辆网约车，引发对二线电池厂质量管控的担忧。行业呈现“龙头涨价扩产、政策成本上升、质量风险暴露”的复杂局面。</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今日磷酸铁锂行业核心动态：龙头公司宣布全系涨价2000元/吨并拟投建240亿元大项目，同时山东锂源11万吨高性能正极材料项目首条产线试产，供给</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今日磷酸铁锂行业核心动态：龙头公司宣布全系涨价2000元/吨并拟投建240亿元大项目，同时山东锂源11万吨高性能正极材料项目首条产线试产，供给</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磷酸铁锂龙头宣布全系涨价2000元/吨并拟投建240亿元项目，山东锂源11万吨产线试产，供给端扩张与价格上调并存。锂电池消费税即将恢复，将推高电池及整车成本。中创新航177A</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[1][2][3][4][5]</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山东锂源11万吨高性能磷酸盐型正极材料项目首条产线试产，表明行业正加速向高性能磷酸盐材料方向布局。中创新航177Ah电池被曝存在电芯隐患，涉及超21万辆网约车，引发对现有产品</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磷酸铁锂龙头拟投建240亿元大项目，山东锂源11万吨产线试产，行业产能扩张持续。吉利星愿全系标配宁德时代电芯，显示头部电池厂与车企的深度绑定。</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磷酸铁锂龙头宣布全系涨价2000元/吨，试图向下游传导成本压力。同时，锂电池消费税即将恢复征收，将直接增加电池生产成本，进一步挤压行业利润。</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[1][4][7]</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今日磷酸铁锂行业核心动态：龙头公司宣布全系涨价2000元/吨并拟投建240亿元大项目，同时山东锂源11万吨高性能正极材料项目首条产线试产，供给</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5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龙头宣布全系涨价2000元/吨并拟投建240亿元项目，山东锂源11万吨产线试产，供给端扩张与价格上调并存。锂电池消费税即将恢复，将推高电池及整车成本。中创新航177Ah电池质量隐患曝光，涉及超21万辆网约车，二线电池厂品控风险上升。行业短期面临成本与质量双重压力，龙头通过涨价和扩产巩固地位。 [1][2][3][4][5]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龙头涨价与扩产同步进行，表明其看好中长期需求并试图通过规模效应和价格传导来消化成本压力。山东锂源新产线试产进一步增加行业供给，可能加剧市场竞争。消费税恢复是重大政策变量，将系统性提升电池成本，可能加速低端产能出清。中创新航的质量事件则暴露了部分二线企业在快速扩张中的品控短板，可能影响下游客户信心和行业格局。这些信号共同指向行业集中度提升和龙头优势强化的趋势。</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龙头涨价成功且消费税正式落地，则行业成本将系统性上升，可能推动磷酸铁锂价格中枢上移，同时加速缺乏成本优势的中小企业退出。若中创新航质量事件持续发酵，则下游车企可能加速向头部电池厂集中采购，二线电池厂份额面临收缩风险。需跟踪龙头涨价后下游接受度、消费税具体税率及实施时间、以及中创新航事件后续调查结果。</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事实</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磷酸铁锂龙头宣布全系涨价2000元</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分析</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锂电池消费税即将恢复，将推高电池及</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不足</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中创新航177Ah电池质量隐患曝光</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若龙头涨价成功且消费税正式落地，则行业成本将系统性上升，可能推动磷酸铁锂价格中枢上移，同时加速缺乏成本优势的中小企业退出</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山东锂源11万吨高性能磷酸盐型正极材料项目首条产线试产，表明行业正加速向高性能磷酸盐材料方向布局。中创新航177Ah电池被曝存在电芯隐患，涉及超21万辆网约车，引发对现有产品路线可靠性的质疑。 [3][5]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山东锂源新产线聚焦高性能磷酸盐型正极材料，是磷酸铁锂技术升级的重要方向，旨在提升能量密度和循环寿命。中创新航的质量问题则暴露了部分企业在快速扩产中对产品一致性和安全性的管控不足，可能促使行业重新审视生产标准和检测流程。两者结合，反映出行业在追求性能提升的同时，必须平衡好质量与成本。</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创新航质量事件导致大规模召回或监管介入，则行业可能加速制定更严格的电芯一致性标准，利好检测设备和工艺控制能力强的头部企业。若山东锂源高性能材料量产顺利，则可能推动磷酸铁锂电池能量密度进一步提升，缩小与三元电池的差距。需跟踪中创新航事件后续处理方案及山东锂源产品性能指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山东锂源11万吨高性能</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中创新航177Ah电池</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[3][5] 山东锂源</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[3][5] 山东锂源</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若中创新航质量事件导致大规模召回或监管介入，则行业可能加速制定更严格的电芯一致性标准，利好检测设备和工艺控制能力强的头部企业</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磷酸铁锂龙头拟投建240亿元大项目，山东锂源11万吨产线试产，行业产能扩张持续。吉利星愿全系标配宁德时代电芯，显示头部电池厂与车企的深度绑定。 [1][2][3][6]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龙头240亿元投资规模巨大，表明其对未来市场需求极度乐观，但同时也可能加剧行业产能过剩风险。山东锂源新产线试产，进一步增加市场供给。吉利星愿选择全系标配宁德时代电芯，体现了头部电池厂在客户资源上的优势，二线电池厂面临更大的客户拓展压力。产能扩张与客户绑定同步进行，行业马太效应愈发明显。</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龙头240亿元项目顺利落地，则其产能规模将大幅领先同行，进一步巩固成本优势。若山东锂源等新产能集中释放，则行业可能面临阶段性供过于求，价格战风险上升。需跟踪龙头项目具体选址、投产时间表以及下游订单增速。</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磷酸铁锂龙头拟投建240亿元大项目</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吉利星愿全系标配宁德时代电芯，显示</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[1][2][3][6] 龙头24</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若龙头240亿元项目顺利落地，则其产能规模将大幅领先同行，进一步巩固成本优势</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磷酸铁锂龙头宣布全系涨价2000元/吨，试图向下游传导成本压力。同时，锂电池消费税即将恢复征收，将直接增加电池生产成本，进一步挤压行业利润。 [1][4][7]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依据：[1][4][7]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龙头涨价是应对原材料成本上涨和盈利压力的直接举措，但能否成功传导取决于下游车企的接受程度。消费税恢复是更根本的政策变量，将系统性提升电池制造成本，对全行业盈利构成压力。在产能过剩背景下，成本控制能力将成为企业分化的关键。龙头通过涨价和扩产试图以量补价，而中小企业可能面临更大的生存挑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正式实施且税率较高，则电池成本可能上涨5-10%，整车厂将面临成本压力，可能倒逼其要求电池厂降价或调整采购策略。若龙头涨价被市场接受，则其他厂商可能跟进，行业价格中枢有望上移。需跟踪消费税具体税率、实施时间表以及下游车企对涨价的反应。</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10%</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则电池成本可能上涨5-</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公开信息：若消费税正式实施且税率较高，则电池成本可能上涨5-10%，整车厂将面临成本压力，可能倒逼其要求电池厂降价或调整</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若消费税正式实施且税率较高，则电池成本可能上涨5-10%，整车厂将面临成本压力，可能倒逼其要求电池厂降价或调整采购策略</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锂电池消费税即将恢复征收，结束十余年免税期，将直接增加电池生产成本。同时，《美健（个护）电器用锂离子电池和电池组技术规范》正式发布，显示行业标准正在细化。 [4][7][8][9]</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依据：[4][7][8][9]</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消费税恢复是今日最重要的政策信号，影响深远。该政策将直接增加电池制造成本，可能通过产业链传导至整车价格，影响终端需求。同时，个护电器电池技术规范的发布，表明监管层正加强对细分领域电池产品的标准化管理，未来合规成本可能上升。两项政策叠加，行业面临成本增加和标准趋严的双重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税率较高（如4%），则电池成本将显著上升，可能抑制部分价格敏感型需求，但同时也可能加速行业洗牌，利好成本控制能力强的龙头企业。若个护电器电池新规推广至其他领域，则行业整体合规成本将上升。需跟踪消费税具体税率、实施日期以及下游车企的应对策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锂电池消费税即将恢复征收，结束十余</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同时，《美健（个护）电器用锂离子电</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[4][7][8][9] 消费税恢</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若消费税税率较高（如4%），则电池成本将显著上升，可能抑制部分价格敏感型需求，但同时也可能加速行业洗牌，利好成本控制能力强的龙头企业</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中创新航177Ah电池被曝存在电芯隐患，涉及超21万辆网约车，品牌声誉受损。宁德时代则通过吉利星愿全系标配电芯巩固市场地位。龙头公司宣布涨价和扩产，进一步拉开与二线厂商的差距。 [5][6][1]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依据：[5][6][1]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中创新航的质量事件是今日竞品格局中的重大变量。作为二线电池厂的代表，其产品被曝出大规模隐患，将严重打击下游客户信心，可能促使车企加速向宁德时代等头部供应商集中。宁德时代通过吉利星愿等车型的深度绑定，进一步巩固了其市场领导地位。龙头公司同步涨价和扩产，显示出其强大的市场话语权和资金实力，二线厂商面临更大的生存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中创新航质量事件导致大规模召回或客户流失，则其市场份额可能被宁德时代、比亚迪等头部企业蚕食，行业集中度将进一步提升。若龙头公司涨价和扩产计划顺利推进，则其与二线厂商的成本和规模差距将进一步拉大。需跟踪中创新航事件后续处理结果、客户订单变化以及龙头公司新项目进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中创新航177Ah电池</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宁德时代则通过吉利星愿</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龙头公司宣布涨价和扩产</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龙头公司宣布涨价和扩产</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若中创新航质量事件导致大规模召回或客户流失，则其市场份额可能被宁德时代、比亚迪等头部企业蚕食，行业集中度将进一步提升</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消费税恢复增加成本、中创新航质量事件暴露行业品控风险、产能过剩加剧价格战。机会：龙头涨价扩产巩固地位、高性能材料技术升级带来差异化机会。观察：消费税具体税率、中创新航事件后续、龙头涨价接受度。 [4][5][1][3]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依据：[4][5][1][3]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今日信息显示行业正面临多重风险与机会的交织。消费税是系统性风险，将影响全行业利润。中创新航事件是结构性风险，主要冲击二线厂商。产能过剩是长期风险，但龙头通过涨价和扩产试图化危为机。机会方面，高性能磷酸盐材料是技术升级方向，可能带来产品溢价。关键观察点在于政策落地细节和事件后续发展，这些将决定行业短期走向。</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消费税税率低于预期（如2%以下），则对行业冲击有限，龙头涨价可能顺利传导。若中创新航事件被证实为系统性质量问题，则可能引发行业安全标准升级，利好检测设备和工艺领先的企业。若龙头涨价后订单不减，则表明下游需求强劲，行业景气度有望提升。需持续跟踪上述三个关键变量的发展。</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1389888"/>
          </a:xfrm>
          <a:prstGeom prst="roundRect">
            <a:avLst>
              <a:gd name="adj" fmla="val 2632"/>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2100" b="1" dirty="0">
                <a:solidFill>
                  <a:srgbClr val="487052"/>
                </a:solidFill>
                <a:latin typeface="Aptos" pitchFamily="34" charset="0"/>
                <a:ea typeface="Aptos" pitchFamily="34" charset="-122"/>
                <a:cs typeface="Aptos" pitchFamily="34" charset="-120"/>
              </a:rPr>
              <a:t>2%</a:t>
            </a:r>
            <a:endParaRPr lang="en-US" sz="21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以下</a:t>
            </a:r>
            <a:endParaRPr lang="en-US" sz="820" dirty="0"/>
          </a:p>
        </p:txBody>
      </p:sp>
      <p:sp>
        <p:nvSpPr>
          <p:cNvPr id="27" name="Text 25"/>
          <p:cNvSpPr/>
          <p:nvPr/>
        </p:nvSpPr>
        <p:spPr>
          <a:xfrm>
            <a:off x="7918704" y="2578608"/>
            <a:ext cx="2176272" cy="512064"/>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公开信息：若消费税税率低于预期（如2%以下），则对行业冲击有限，龙头涨价可能顺利传导</a:t>
            </a:r>
            <a:endParaRPr lang="en-US" sz="840" dirty="0"/>
          </a:p>
        </p:txBody>
      </p:sp>
      <p:sp>
        <p:nvSpPr>
          <p:cNvPr id="28" name="Text 26"/>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29" name="Shape 27"/>
          <p:cNvSpPr/>
          <p:nvPr/>
        </p:nvSpPr>
        <p:spPr>
          <a:xfrm>
            <a:off x="658368" y="5779008"/>
            <a:ext cx="1463040" cy="292608"/>
          </a:xfrm>
          <a:prstGeom prst="rect">
            <a:avLst/>
          </a:prstGeom>
          <a:solidFill>
            <a:srgbClr val="121212"/>
          </a:solidFill>
          <a:ln w="12700">
            <a:solidFill>
              <a:srgbClr val="121212"/>
            </a:solidFill>
            <a:prstDash val="solid"/>
          </a:ln>
        </p:spPr>
      </p:sp>
      <p:sp>
        <p:nvSpPr>
          <p:cNvPr id="30" name="Text 2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1" name="Text 2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若消费税税率低于预期（如2%以下），则对行业冲击有限，龙头涨价可能顺利传导</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磷酸铁锂龙头，拟投建240亿元大项目！刚宣布全系涨价2000元/吨！ </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6gRBVV95cUxOVjhmVDVlNGxiN0Q1WHJaUmNMajJWUkVYVy0zMHBFUXdOdUJTOVBNcWJzQVF6WVFsM1RaSG05U0E0Ri1NZUM0RW1USWgweGlITS1pc3p0RlhIYXpQT05jUDMxUUNJSTJfT2xQOEtKNHBOaUk0V0VxUnBYY0dzTUpSS3NOOXZJTkk2SVJCS0wzZDBBdjA3QWthMFhXTHBGczVWOU1LSElqTUVFWlVvRlpHTEZZQ3cyZHF0MUkzbmlZUFJKbTk5SVNFcUZCSERpdnVPakp4V1BmcTBSNFBPZS1zc19UTGFCVkFUVXJSblVyZks0VGp4OWFfak1xMF9SMC04SWtVMlJjMVNkWXNNVWcwUXFtdTB6em44S1V6cjVqTUtnZjYxRzF1QURhOFo1M1JIcTRjS05BSjRrUkVsRGhOM0JBTWJJQ2VleEJPclRfR0hORUgwWXdkM01kUDdYSGdmajhlSVZxWElzUVM3ZXJIUWMzVXRqUmZQWFk3QXNGaW1QS1Baa0ZyT3J5dkRVekc0dVMwLXk0d2dTcUphZnZzZEFtelgtbWVpd1RmbklnUzNwem56Nm5ab2lRVlZZeVZnMXFJdF91RzRUbGZ3T0hJN3RGb3d3SWN1eHVDbWhtZDB2V1hhTUxmSHhEcGtZcVlOT3lWazkwZ0VaQ0Rhckg1OElLcmJXQWN6M0x3T0VuX0UwMmc3MHZZSXFFM3RzT1ZLbUEyTEhwOUlwT0E1ZEowa0t3LVBWSXRvNGM1ak1HM3VmRDlmbG1XQ0FkbnFrTjBZV0pudld2eVoxb2pCdDNid0dmQnRiZ3pzUXc?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240亿元！磷酸铁锂龙头，大投资 - 东方财富</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https://news.google.com/rss/articles/CBMiYEFVX3lxTE0yY2FrRFlVY0c1WkJHUUo4NURRMUMtdmZhZllvc1l4aDAtaXhLWkNHSVgxb0VaekVVYUhTd2hOZ1d1OXMxX2dwQWE0NV9EOGVsVnF6dkJhZzdtN1l2MnpmVg?oc=5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11万吨！山东锂源高性能磷酸盐型正极材料项目首条产线试产 - 上海有色</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https://news.google.com/rss/articles/CBMiSkFVX3lxTE11Z2t2cm9UZjFicEZwaUwza2p3WVU2ZG9NVXV2cTY0R2JaaFprY01zVU1hSmhRaXFwSGt6R25xVVVLRFJFc25lVC1R?oc=5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十余年免税落幕！锂电消费税即将回归碳酸锂行情怎么走？_期市动态 - 中</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https://news.google.com/rss/articles/CBMibkFVX3lxTFBFVXpoMEVlWmROd3YzLUE1dk9UVGFLeE1rRVJuV1RQZWpFSTF1MzltMmxORjFneFpBc1YxRHVNZjA4bWswOWJGTUpGYkZOQlFEOWdnSFUzeXlPUWtYRGVfVHFZVlVhV29aUWx1a2d3?oc=5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网约车之王超21万辆车存在电芯隐患中创新航177Ah电池陷质量争议 -</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https://news.google.com/rss/articles/CBMiW0FVX3lxTFBHY21hU1drZ1VTUk9kVlBRak04SmctU0ZEOTI4NnZ4QXBfTTZWVGlSWS1mdFAtb0ZwZ0ktV2pyLW1FcHBHb0JrRVpZcXVzamwwc0dXZXVEdmQ1VHM?oc=5</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吉利星愿全系标配宁德时代电芯，电池质保政策如何？ - 新浪网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https://news.google.com/rss/articles/CBMickFVX3lxTE96WVEySUhoLTZqcmlaWjVsY3pKbGYxaGppVjVXbDd2UmhQZjg3LWQ5dmw5V21Pd3FRNlZuM2wtWUxHWDFiWXVnd2ttX2ZSUFJncFExU04yOUlqRDNoTERqNmtDZWRVSTFxTV9zVWZJc1hGdw?oc=5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锂电池加税后，买电动车会多花多少钱？</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https://k.sina.com.cn/article_7879849006_1d5acf42e06801czyq.html?from=auto&amp;c=spr_auto_trackid_1a5b248004627db8</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如何看待电池消费税政策的调整？</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https://auto.sina.cn/2026-07-20/detail-iniiktnu8130326.d.html?vt=4</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《美健（个护）电器用锂离子电池和电池组技术规范》正式发布</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https://www.163.com/dy/article/L295VOTE0530I0DC.html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【正极材料周报】贵州贵阳拟新建60万吨高压实磷酸铁锂项目！安徽六安万吨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https://www.itdcw.com/news/dczk/0G315B502026.html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2026-07-20</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本周碳酸锂降价约6500元/吨 磷酸铁锂价格走低_电池网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https://www.itdcw.com/news/focus/03221544952026.html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锂电产业链周记 | 宁德时代签下欧洲钠电储能大单 湖南裕能磷酸铁锂产品</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https://www.jiemian.com/article/14785863.html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三部门关于做好科技型企业孵化器相关政策衔接工作的通知</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http://www.miit.gov.cn/zwgk/zcwj/wjfb/tz/art/2026/art_21446a8c153f4fae86121552fe1e9fd4.html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公开征求《车用动力电池拆解破碎安全要求》等两项强制性国家标准的意见</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https://www.miit.gov.cn/gzcy/yjzj/art/2026/art_6ee188a6acf34735a568af7ebdc507b5.html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第五届通信海缆保护政策宣传周活动正式启动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https://www.miit.gov.cn/xwfb/gxdt/sjdt/art/2026/art_fb47488a00ee428bb3840cf4771fdb1d.html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2026-07-20</dc:title>
  <dc:subject>LFP daily briefing</dc:subject>
  <dc:creator>lifepo4_brief</dc:creator>
  <cp:lastModifiedBy>lifepo4_brief</cp:lastModifiedBy>
  <cp:revision>1</cp:revision>
  <dcterms:created xsi:type="dcterms:W3CDTF">2026-07-20T03:12:18Z</dcterms:created>
  <dcterms:modified xsi:type="dcterms:W3CDTF">2026-07-20T03:12:18Z</dcterms:modified>
</cp:coreProperties>
</file>