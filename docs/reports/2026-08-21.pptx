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高端产能紧缺与头部企业大幅扩产并行的态势。湖南裕能上半年销量近67万吨，并拟投240亿在贵州扩产，其高压实产品已稳定量产。行业整体景气度回升，龙头业绩暴增，高端材料加工费上行。同时，政策端关注钠电池产业化对铁锂的潜在替代，以及260万辆新能源车电池脱保带来的售后市场机遇。</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今日磷酸铁锂行业呈现高端产能紧缺与头部企业大幅扩产并行的态势。湖南裕能上半年销量近67万吨，并拟投240亿在贵州扩产，其高压实产品已稳定量产。</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今日磷酸铁锂行业呈现高端产能紧缺与头部企业大幅扩产并行的态势。湖南裕能上半年销量近67万吨，并拟投240亿在贵州扩产，其高压实产品已稳定量产。</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磷酸铁锂行业结构性分化加剧：高端有效产能紧缺，加工费上行，龙头企业量利齐升。湖南裕能上半年销量66.72万吨，拟240亿扩产，并已量产2.6g/cm³高压实产品。行业景气度回</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高压实密度成为磷酸铁锂正极材料技术竞争焦点。湖南裕能已稳定量产压实密度达2.6g/cm³或更高的产品，具备6C快充、高能量密度、低温适配等优势，技术领先性明显。</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[1][4]</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行业龙头加速扩产。湖南裕能上半年磷酸盐正极材料销量66.72万吨，产量67.5万吨，并拟投资240亿元在贵州扩产。其产能布局和订单获取能力显著领先，进一步巩固其龙头地位。</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[1][3][5]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行业盈利状况显著改善。龙头业绩暴增超8倍，高端材料加工费中枢稳步上行。涨价与扩产并行，表明行业供需结构正在优化，高端产能溢价能力增强。</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今日磷酸铁锂行业呈现高端产能紧缺与头部企业大幅扩产并行的态势。湖南裕能上半年销量近67万吨，并拟投240亿在贵州扩产，其高压实产品已稳定量产。</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行业结构性分化加剧：高端有效产能紧缺，加工费上行，龙头企业量利齐升。湖南裕能上半年销量66.72万吨，拟240亿扩产，并已量产2.6g/cm³高压实产品。行业景气度回升，但需警惕钠电池产业化加速带来的长期替代风险。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作为行业龙头，其销量和扩产计划直接反映了当前高端产能供不应求的市场格局。公众号文章与财经新闻相互印证，表明涨价与扩产是当前行业主旋律。高压实产品的量产是技术壁垒的体现，也是其获取超额利润的关键。钠电池针刺摸底测评的启动，预示着未来技术路线可能生变，是重要的长期观察点。</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240亿扩产项目顺利落地，且高压实产品持续放量，则其市场份额和盈利水平有望进一步提升，并可能带动行业高端产能供给增加，缓解当前紧缺局面。后续需跟踪其扩产进度、新产能爬坡情况以及高压实产品的市场接受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磷酸铁锂行业结构性分化加剧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湖南裕能上半年销量66.7</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行业景气度回升，但需警惕钠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磷酸铁锂行业结构性分化加剧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若湖南裕能240亿扩产项目顺利落地，且高压实产品持续放量，则其市场份额和盈利水平有望进一步提升，并可能带动行业高端产能供给增加，缓解当前紧缺局面</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高压实密度成为磷酸铁锂正极材料技术竞争焦点。湖南裕能已稳定量产压实密度达2.6g/cm³或更高的产品，具备6C快充、高能量密度、低温适配等优势，技术领先性明显。 [1][4]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密度是提升磷酸铁锂能量密度和快充性能的关键路径。湖南裕能的量产突破，结合其销量数据，说明该技术已从实验室走向规模化应用，并成为其获取高端市场份额的核心竞争力。这将对行业内其他厂商形成技术压力，加速行业技术迭代。</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若高压实技术成为行业标配，则具备技术储备和量产能力的企业将获得更高溢价，而技术落后的产能可能加速出清。后续需跟踪其他头部厂商的高压实产品量产进度和性能指标，以判断技术扩散速度。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高压实密度成为磷酸铁锂</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湖南裕能已稳定量产压实</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[1][4] 高压实密</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[1][4] 高压实密</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若高压实技术成为行业标配，则具备技术储备和量产能力的企业将获得更高溢价，而技术落后的产能可能加速出清</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行业龙头加速扩产。湖南裕能上半年磷酸盐正极材料销量66.72万吨，产量67.5万吨，并拟投资240亿元在贵州扩产。其产能布局和订单获取能力显著领先，进一步巩固其龙头地位。 [1][3][5]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的销量和产量数据表明其产能利用率高，市场需求旺盛。240亿的巨额扩产投资，是其对未来市场需求的强烈信心表态，也预示着行业集中度将进一步提升。该扩产计划与“高端产能紧缺”的行业判断相符，是龙头企业抓住窗口期扩大优势的战略举措。</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若湖南裕能贵州项目顺利投产，其总产能将大幅提升，可能对区域市场竞争格局产生重大影响。后续需跟踪项目审批、建设进度以及新产能的客户消化情况，同时关注其他二线厂商是否跟进大规模扩产。</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行业龙头加速扩产</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湖南裕能上半年磷酸盐正极材料销量6</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其产能布局和订单获取能力显著领先，</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若湖南裕能贵州项目顺利投产，其总产能将大幅提升，可能对区域市场竞争格局产生重大影响</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行业盈利状况显著改善。龙头业绩暴增超8倍，高端材料加工费中枢稳步上行。涨价与扩产并行，表明行业供需结构正在优化，高端产能溢价能力增强。 [2]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龙头业绩暴增超8倍”和“高端材料加工费中枢稳步上行”是核心信号，直接指向行业盈利能力的强劲修复。这得益于下游需求旺盛和高端产能紧缺。涨价是供需失衡的市场化反应，而扩产则是企业对当前高价周期的资本回应。但需注意，扩产潮可能在未来导致供给过剩，价格承压。</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端产能紧缺状态持续，则加工费有望维持高位，相关企业盈利弹性将继续释放。但若行业大规模扩产导致供给过剩，则价格和盈利可能面临下行压力。后续需重点跟踪行业月度产量、库存及下游电池厂排产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行业盈利状况显著改善</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龙头业绩暴增超8倍</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涨价与扩产并行，表</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若高端产能紧缺状态持续，则加工费有望维持高位，相关企业盈利弹性将继续释放</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政策层面关注点增多。工信部启动钠电池针刺摸底测评，或加速钠电产业化，对铁锂形成潜在替代。同时，260万辆新能源车电池脱保问题引发关注，长效质保政策讨论升温。 [6][7][8]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依据：[6][7][8]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对钠电池的摸底测评，是政策层面对新兴技术路线的关注和支持信号。钠电池能量密度逼近铁锂，若产业化进程加速，将在储能等对成本敏感的领域对磷酸铁锂形成竞争。另一方面，260万辆电池脱保问题，将催生对电池寿命和质保政策的讨论，可能影响消费者对磷酸铁锂电池长循环特性的价值评估。</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钠电池通过针刺测评并实现规模化应用，则可能在部分应用场景替代磷酸铁锂，压缩其市场空间。若电池脱保问题引发强制性质保政策出台，则对电池企业的售后成本和产品可靠性提出更高要求。后续需跟踪钠电池测评结果及相关政策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政策层面关注点增多</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工信部启动钠电池针刺摸底测评，或加</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同时，260万辆新能源车电池脱保问</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若钠电池通过针刺测评并实现规模化应用，则可能在部分应用场景替代磷酸铁锂，压缩其市场空间</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技术替代风险显现。钠电池能量密度逼近铁锂，且工信部已启动针刺摸底测评，产业化进程可能加速。同时，2026世界动力电池大会即将召开，行业技术路线讨论将更激烈。 [9][10][6]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依据：[9][10][6]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钠电池是磷酸铁锂在储能和低端动力市场最有力的竞争者。工信部的测评行动是产业化前的重要验证步骤，其成功将极大推动钠电的商业化进程。世界动力电池大会的召开，为钠电等新技术提供了展示和讨论的平台，可能影响市场对铁锂未来主导地位的预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钠电池产业化进程快于预期，则可能对磷酸铁锂在储能领域的增量市场形成较大冲击。若动力电池大会释放出更多支持新技术路线的信号，则可能影响资本对铁锂产能的投资热情。后续需跟踪钠电池的成本下降曲线和实际装车/装机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技术替代风险显现</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钠电池能量密度逼近铁锂，且</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同时，2026世界动力电池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技术替代风险显现</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若钠电池产业化进程快于预期，则可能对磷酸铁锂在储能领域的增量市场形成较大冲击</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机会在于高端产能紧缺带来的量价齐升，风险在于大规模扩产导致的未来供给过剩，以及钠电池等新技术的替代威胁。需密切关注行业扩产动态、技术路线演变及政策导向。 [2][11][7]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依据：[2][11][7]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当前行业处于高景气周期，但繁荣背后暗藏隐忧。扩产潮可能导致2027年后供给过剩，价格战风险积聚。钠电池技术进展是最大的长期不确定性。同时，电池脱保问题既是售后市场的机会，也是对电池企业产品寿命的考验。世界动力电池大会将是观察行业趋势的重要窗口。</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行业扩产规模超出需求增速，则2027年后行业可能进入新一轮产能出清周期。若钠电池技术成熟度快速提升，则其可能率先在储能领域替代铁锂。后续需持续跟踪头部企业扩产计划、钠电池产业化进度以及动力电池大会释放的政策信号。</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机会在于高端产能紧缺带来的</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需密切关注行业扩产动态、技</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[2][11][7] 当前</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机会在于高端产能紧缺带来的</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若行业扩产规模超出需求增速，则2027年后行业可能进入新一轮产能出清周期</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湖南裕能上半年磷酸盐正极材料销量66.72万吨</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t-XFlGQCGhaxlRlP3_QnK5Zj5JN3sGjFqXa8Fplpd9X4nP1HUvYfGBT7VKcXqoS8fN7Z2ri3BXgKKT87STFZGMD-RUE5lLVqvkmAQFYqYJtM1ktlOqk_XtOHJ-_nm82-IBCKgPbrLr8Txyxb_Mg6OiOoXEC7b-3gwjAj_rH1BZ9dxPtpFwE-ZGySO5TmLcPl49Arftt2UCT87eGoURcyrvzHZXxeLdyg..&amp;type=2&amp;query=%E9%93%81%E9%94%82 %E9%AB%98%E5%8E%8B%E5%AE%9E %E6%AD%A3%E6%9E%81%E6%9D%90%E6%96%99 %E9%87%8F%E4%BA%A7&amp;token=7074A6321C1E5D40ECEDB26880E93144EC3159856A87A776</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龙头业绩暴增超8倍!涨价、扩产,磷酸铁锂行业新动向!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t-XFlGQCGh5m6vxcqqXqS5Zj5JN3sGjFqXa8Fplpd98CgrLn_xpOvgbhyXEGl5YqK43gy6YaOvxy3O1XfkybZwbs36eepGxLccQP0rKqIbPr3IrAX5WHS_jiNFti1id1u_iXww62U1-8J-HiEUNjdReG6GDUplm2CAE7Ic13DTEmL_2B03VmyNiyuxcnxNrPQYojadkCerl4yl3cbcAYbwdVqCwyPdzA..&amp;type=2&amp;query=%E7%A3%B7%E9%85%B8%E9%93%81%E9%94%82 %E6%AD%A3%E6%9E%81%E6%9D%90%E6%96%99 %E4%BB%B7%E6%A0%BC %E4%BE%9B%E9%9C%80&amp;token=7074F55E3134716BC6C19E43AD2E1206C70D37346A87A785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上半年磷酸盐正极材料销量近67万吨！湖南裕能拟240亿在贵州扩产 - </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https://news.google.com/rss/articles/CBMiY0FVX3lxTE1kbjN6SmR3T21laUtFLWx3MGoySFN5S29KbUdvOWVVUENORTRlajNhc1V5a3FWaTlkdktya3J4YndIWkhobjZST1pSWUtmRmZ2MXRoTjhNbWt3bkNGWEZRc2hkQQ?oc=5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湖南裕能:上半年磷酸铁锂产量67.5万吨!</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t-XFlGQCGhaxlRlP3_QnK5Zj5JN3sGjFqXa8Fplpd9BlKv9gjJwX8Gn7dXLBD2IpCRm2a34HExt0iIAPuI3Pu7Bh2MwvP5awZoVtQlYe8xfeDRpn8FYi5uTB-apJFlcaCAgJEyU3Aw9okqT4CVXrDu18hS8dgnmDgFA-RAIL1sZs5p4mmdX4a9e40r1wyt9jafTpY5dJCP8CAxlgSM3Hzm0CtGSSkZQQ..&amp;type=2&amp;query=%E9%93%81%E9%94%82 %E9%AB%98%E5%8E%8B%E5%AE%9E %E6%AD%A3%E6%9E%81%E6%9D%90%E6%96%99 %E9%87%8F%E4%BA%A7&amp;token=7074A6321C1E5D40ECEDB26880E93144EC3159856A87A776</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磷酸铁锂产量全省第一占比过半</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https://finance.sina.cn/2026-08-21/detail-ininzihx6522562.d.html?vt=4&amp;cid=76729&amp;node_id=76729</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工信部启动钠电池针刺摸底测评 钠电有望进入产业化拐点</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https://www.cls.cn/detail/2457718</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260万辆新能源车电池要脱保！新能源下半场关键是长效电池质保</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https://finance.sina.cn/stock/jdts/2026-08-20/detail-ininxzpp6771218.d.html?vt=4&amp;cid=76993&amp;node_id=76993</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工信部针刺摸底钠电池，能量密度逼近铁锂，您等钠电池车再买吗？ - 手机</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2wFBVV95cUxPeXRwNXVVcVdUQW04alBsME5LM2FCVm5JM1NYYUxKZzlBTzZOTmEzVkJEQ3U2VUY0X2MtVTdQZDF3Q3hiTUpIZno4bDhRQUxLTl9sZDVaT1VsZlB4Vm82TXQxbjk0NXFBbnF3YnN0RlE4R3JUY0JaXy1QX0EtWjc0ZndGN05VNlgxYzh5VWp5cmVjc3BES0hFekNRMURRQ09nSEpYM1R4NkVaWVpNLXEyVmFrZ0h5Q2RfcTljMzN5ZXRkS2xZXzIzbnhnX0JNNlRvX1FjcGVRZDBJd1U?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中国动力电池装车量五年增长超十倍 - jwview.com</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https://news.google.com/rss/articles/CBMiZ0FVX3lxTE5xYlF0Q08welpWcm5udjEtVE9QYUJUcFhiMElxUWFjUXhNSUlDSnBsVHBISDhsYTQybEFxS0NlNG1HT2MxY3hOQUtwWlM3QTZSdkRaeTZuRTZTNmFGQUVJWDBjcjJWNEU?oc=5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2026世界动力电池大会将于9月3日至4日在四川宜宾举办 - 中国科技网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https://news.google.com/rss/articles/CBMicEFVX3lxTE1XYUVuM2NlV1dZUGNDYVBpMGNFS2JPcnZhMmE2ZVI5SnZwamV5bGl1RTdCSUt2dXhvTGtudTRBVHJFQjFxX01vX2dqNHVldWVrVzNPZVdBRnpHYWhpZ2gtdkk5TjgwbUhGcm9iNnZUV0w?oc=5</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2026世界动力电池大会9月登陆宜宾 8场专题会议聚焦行业关键领域 -</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https://news.google.com/rss/articles/CBMicEFVX3lxTE1Yd2xQZ0RDaldTOFA5OEFmVGlhcmJDTFp3T24tMXBSWHRJUW1tbVpFUmQ3ZDU0cXRDZzB4d2RyVDZxVjdWM2hVdVd6bEZuQjFzQUZwM3FDV1lPb1ZQa3ZIYzhma05pRFFQd3c4TEEtLWg?oc=5</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【正极材料周报】钛能化学/天赐材料扩产磷酸铁锂！湖南裕能/盛新锂能募资</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https://www.itdcw.com/news/dczk/0QG5I362026.html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本周碳酸锂降价约6500元/吨 磷酸铁锂价格走低_电池网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https://www.itdcw.com/news/focus/03221544952026.html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龙头公司业绩增超8倍 磷酸铁锂行业涨价扩产抢红利</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https://www.stcn.com/article/detail/4093664.html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锂电产业链周记 | 海外首次成为储能电芯主战场 宁德时代获海外储能大单</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https://www.jiemian.com/article/14924890.html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2026-08-21</dc:title>
  <dc:subject>LFP daily briefing</dc:subject>
  <dc:creator>lifepo4_brief</dc:creator>
  <cp:lastModifiedBy>lifepo4_brief</cp:lastModifiedBy>
  <cp:revision>1</cp:revision>
  <dcterms:created xsi:type="dcterms:W3CDTF">2026-08-21T01:19:49Z</dcterms:created>
  <dcterms:modified xsi:type="dcterms:W3CDTF">2026-08-21T01:19:49Z</dcterms:modified>
</cp:coreProperties>
</file>