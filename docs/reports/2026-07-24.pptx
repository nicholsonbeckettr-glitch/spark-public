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三大信号：蜂巢能源推出支持2.2C快充的磷酸铁锂方壳电池，助力长城新车；消费税新政将于9月开征，可能推高新能源车成本；动力电池回收新规施行，违规将连带处罚车企。同时，致良新材年产3万吨磷酸锰铁锂项目年底试产，预示材料端竞争加剧。这些事件共同指向技术升级、政策收紧与产业链责任延伸，需关注成本传导与产能消化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今日磷酸铁锂行业聚焦三大信号：蜂巢能源推出支持2.2C快充的磷酸铁锂方壳电池，助力长城新车；消费税新政将于9月开征，可能推高新能源车成本；动力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今日磷酸铁锂行业聚焦三大信号：蜂巢能源推出支持2.2C快充的磷酸铁锂方壳电池，助力长城新车；消费税新政将于9月开征，可能推高新能源车成本；动力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蜂巢能源发布支持2.2C快充的磷酸铁锂方壳电池，峰值可达3C，直接提升长城H10车型补能效率；消费税新政9月开征，新能源车可能涨价；动力电池回收新规施行，车企需承担连带责任。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877824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蜂巢能源推出支持2.2C快充的磷酸铁锂方壳电池，峰值可达3C，提升补能效率；宁德时代公布第三代凝聚态固态电池实测参数，但未涉及磷酸铁锂路线。磷酸铁锂快充技术取得突破，但固态电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致良新材年产3万吨磷酸锰铁锂项目年底试产，总投资11亿元；山东潍坊5万吨/年锂电材料资源化项目（一期）公示。产能扩张持续，但需关注需求匹配。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[4][5]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消费税新政9月开征，新能源车可能涨价，短期压制需求，长期倒逼电池降本；动力电池回收新规增加车企合规成本，可能传导至电池采购价格。磷酸铁锂价格未直接报道，但政策压力可能压缩利润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[2][3]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今日磷酸铁锂行业聚焦三大信号：蜂巢能源推出支持2.2C快充的磷酸铁锂方壳电池，助力长城新车；消费税新政将于9月开征，可能推高新能源车成本；动力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发布支持2.2C快充的磷酸铁锂方壳电池，峰值可达3C，直接提升长城H10车型补能效率；消费税新政9月开征，新能源车可能涨价；动力电池回收新规施行，车企需承担连带责任。致良新材3万吨磷酸锰铁锂项目年底试产，材料端竞争加剧。今日核心是快充技术突破与政策双重压力，需跟踪成本传导与产能落地。 [1][2][3][4]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的快充电池技术突破（来源1）直接回应了市场对磷酸铁锂快充性能的质疑，其2.2C快充性能（峰值3C）将显著缩短充电时间，增强磷酸铁锂在乘用车市场的竞争力。消费税新政（来源12）从9月起对新能源车征收，可能抑制短期需求，但长期或推动产业向高附加值产品转型。动力电池回收新规（来源7）将回收责任与车企绑定，增加合规成本，但利好正规回收企业。致良新材的扩产（来源14）表明磷酸锰铁锂路线受关注，但需验证其成本与性能优势。这些信号相互关联：技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蜂巢能源快充电池在长城H10上实现规模化装车，则可能推动其他车企加速磷酸铁锂快充方案导入，提升磷酸铁锂在高端车型渗透率；跟踪指标为H10上市后快充桩兼容性与用户反馈。若消费税新政导致新能源车涨价，则可能短期抑制销量，但长期或倒逼电池降本；跟踪指标为9月后新能源车月度销量变化。若动力电池回收新规严格执行，则车企将优先选择合规回收商，利好龙头回收企业；跟踪指标为回收渠道签约动态与违规处罚案例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蜂巢能源发布支持2.2C快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消费税新政9月开征，新能源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动力电池回收新规施行，车企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蜂巢能源发布支持2.2C快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若蜂巢能源快充电池在长城H10上实现规模化装车，则可能推动其他车企加速磷酸铁锂快充方案导入，提升磷酸铁锂在高端车型渗透率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蜂巢能源推出支持2.2C快充的磷酸铁锂方壳电池，峰值可达3C，提升补能效率；宁德时代公布第三代凝聚态固态电池实测参数，但未涉及磷酸铁锂路线。磷酸铁锂快充技术取得突破，但固态电池路线仍处早期。 [1]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的快充电池（来源1）是磷酸铁锂技术的重要进步，其2.2C快充性能（峰值3C）直接对标三元电池的快充能力，有望扩大磷酸铁锂在快充市场的应用。宁德时代的凝聚态固态电池（来源1）虽参数亮眼，但属于下一代技术，短期内对磷酸铁锂市场影响有限。两者对比显示，当前行业焦点仍在提升现有磷酸铁锂性能，而非颠覆性替代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蜂巢能源快充电池通过长城H10的批量验证，则可能推动其他电池厂跟进磷酸铁锂快充方案，加速快充桩标准统一；跟踪指标为H10上市后充电测试报告与第三方快充兼容性数据。若宁德时代凝聚态固态电池进入量产阶段，则可能分流高端市场，但需5年以上时间；跟踪指标为固态电池成本与循环寿命数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蜂巢能源推出支持2.2C快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宁德时代公布第三代凝聚态固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磷酸铁锂快充技术取得突破，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蜂巢能源推出支持2.2C快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若蜂巢能源快充电池通过长城H10的批量验证，则可能推动其他电池厂跟进磷酸铁锂快充方案，加速快充桩标准统一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致良新材年产3万吨磷酸锰铁锂项目年底试产，总投资11亿元；山东潍坊5万吨/年锂电材料资源化项目（一期）公示。产能扩张持续，但需关注需求匹配。 [4][5]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良新材的磷酸锰铁锂项目（来源14）是材料端的重要扩产，磷酸锰铁锂被视为磷酸铁锂的升级路线，具有更高能量密度。山东潍坊的资源化项目（来源10）则聚焦回收，表明产业链正向闭环发展。两者结合显示，行业在扩产同时注重资源循环，但需警惕产能过剩风险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致良新材项目年底顺利试产，则可能加剧磷酸锰铁锂市场竞争，推动价格下行；跟踪指标为试产时间与首批客户订单。若山东资源化项目投产，则可能降低锂电材料回收成本，但需验证技术经济性；跟踪指标为项目投产后的回收率与成本数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落地链路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82128" y="2029968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432" y="21396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613648" y="213969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致良新材年产3万吨磷酸锰铁锂项目年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979408" y="2441448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596896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70662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613648" y="2706624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山东潍坊5万吨/年锂电材料资源化项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979408" y="3008376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2128" y="3163824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32735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613648" y="32735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产能扩张持续，但需关注需求匹配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726680" y="453542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用企业、项目、产能、客户的链路承接文字结论。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若致良新材项目年底顺利试产，则可能加剧磷酸锰铁锂市场竞争，推动价格下行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消费税新政9月开征，新能源车可能涨价，短期压制需求，长期倒逼电池降本；动力电池回收新规增加车企合规成本，可能传导至电池采购价格。磷酸铁锂价格未直接报道，但政策压力可能压缩利润空间。 [2][3]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新政（来源12）对新能源车征收，将直接增加购车成本，可能抑制短期销量，但长期或推动车企要求电池供应商降价，加剧磷酸铁锂价格竞争。动力电池回收新规（来源7）将回收责任与车企绑定，车企可能将部分成本转嫁给电池厂，进一步压缩电池环节利润。两者叠加，磷酸铁锂企业面临双重价格压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消费税新政导致新能源车销量下滑，则车企可能要求电池降价，磷酸铁锂价格承压；跟踪指标为9月后新能源车月度销量与电池采购价。若回收新规严格执行，则车企将优先选择低价电池以对冲成本，可能加剧价格战；跟踪指标为车企电池采购招标价格变化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消费税新政9月开征，新能源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动力电池回收新规增加车企合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磷酸铁锂价格未直接报道，但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消费税新政9月开征，新能源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若消费税新政导致新能源车销量下滑，则车企可能要求电池降价，磷酸铁锂价格承压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消费税新政9月开征，新能源车可能涨价；动力电池回收新规施行，车企违规将连带处罚；科罗拉多州明确报废电池由车企回收，2029年起禁止填埋。政策趋严，合规成本上升。 [2][3][6]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依据：[2][3][6]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新政（来源12）是财政政策调整，旨在引导产业升级，但短期增加车企成本。动力电池回收新规（来源7）将回收责任延伸至车企，违规将连带处罚，这在国内属首次，将推动车企建立回收体系。科罗拉多州政策（来源8）则显示国际趋势，可能影响出口企业。这些政策共同指向环保与成本压力，磷酸铁锂企业需关注合规风险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国内回收新规严格执行，则车企将加速与正规回收企业合作，利好龙头回收商；跟踪指标为车企回收合作公告与违规处罚案例。若科罗拉多州政策推广至其他州，则出口美国的电池企业需调整回收方案；跟踪指标为美国各州立法动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消费税新政9月开征，新能源车可能涨价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动力电池回收新规施行，车企违规将连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科罗拉多州明确报废电池由车企回收，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若国内回收新规严格执行，则车企将加速与正规回收企业合作，利好龙头回收商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蜂巢能源快充电池对标宁德时代、比亚迪；致良新材磷酸锰铁锂项目挑战现有材料格局；动力电池回收新规可能重塑回收行业竞争格局。 [1][4][3]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依据：[1][4][3]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的快充电池（来源1）直接与宁德时代、比亚迪的磷酸铁锂产品竞争，其2.2C快充性能可能吸引对充电速度敏感的车企。致良新材的磷酸锰铁锂项目（来源14）则瞄准更高能量密度市场，与德方纳米等现有材料企业竞争。回收新规（来源7）将淘汰不合规回收商，利好格林美等龙头。这些竞品动态显示，技术升级与合规能力成为竞争关键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蜂巢能源快充电池获得更多车企订单，则可能打破宁德时代在磷酸铁锂市场的垄断地位；跟踪指标为蜂巢能源客户拓展公告。若致良新材项目量产，则可能推动磷酸锰铁锂价格下降，挑战传统磷酸铁锂份额；跟踪指标为项目投产后的产品定价与客户反馈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蜂巢能源快充电池对标宁德时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致良新材磷酸锰铁锂项目挑战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动力电池回收新规可能重塑回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蜂巢能源快充电池对标宁德时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若蜂巢能源快充电池获得更多车企订单，则可能打破宁德时代在磷酸铁锂市场的垄断地位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消费税新政与回收新规增加成本，可能压缩利润；产能扩张可能导致过剩。机会：快充技术突破提升磷酸铁锂竞争力；回收新规利好合规企业。观察：蜂巢能源快充电池装车效果；致良新材项目进展；政策执行力度。 [2][3][1][4]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依据：[2][3][1][4]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信号显示，政策风险与技术机会并存。消费税新政（来源12）和回收新规（来源7）是短期成本压力，但长期将推动产业升级。蜂巢能源的快充技术（来源1）是磷酸铁锂的重要机会，可扩大应用场景。致良新材的扩产（来源14）则需警惕产能过剩。这些因素相互交织，需持续跟踪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消费税新政导致新能源车销量下滑超预期，则磷酸铁锂企业可能面临库存积压与价格战；跟踪指标为9月后新能源车月度销量与电池库存数据。若回收新规推动行业整合，则龙头回收企业市场份额将提升；跟踪指标为回收企业产能利用率与订单增长。若蜂巢能源快充电池装车后用户反馈积极，则可能加速快充桩建设，利好充电基础设施；跟踪指标为H10用户充电体验报告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4112" y="2249424"/>
            <a:ext cx="612648" cy="402336"/>
          </a:xfrm>
          <a:prstGeom prst="chevron">
            <a:avLst/>
          </a:prstGeom>
          <a:solidFill>
            <a:srgbClr val="DDEBE0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375904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997696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619488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882128" y="3063240"/>
            <a:ext cx="2331720" cy="0"/>
          </a:xfrm>
          <a:prstGeom prst="line">
            <a:avLst/>
          </a:prstGeom>
          <a:noFill/>
          <a:ln w="13970">
            <a:solidFill>
              <a:srgbClr val="7F9D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风险：消费税新政与回收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503920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产能扩张可能导致过剩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162288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机会：快充技术突破提升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9820656" y="2962656"/>
            <a:ext cx="164592" cy="164592"/>
          </a:xfrm>
          <a:prstGeom prst="ellipse">
            <a:avLst/>
          </a:prstGeom>
          <a:solidFill>
            <a:srgbClr val="B85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9216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机会：快充技术突破提升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7726680" y="4315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参考培训 PPT 的阶段路线表达，按事件顺序拆成判断路径。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若消费税新政导致新能源车销量下滑超预期，则磷酸铁锂企业可能面临库存积压与价格战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蜂巢能源磷酸铁锂方壳电池助长城H10成新王;比亚迪新车搭载可变磁通新电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55UVFEtPDlwwoDTUT6fGmka0hB9ofZfkFqXa8Fplpd9ohdRwQAWemDbtweOkp9ojGLecvlBeQfmWNe2iLI2fO2ab86oeWDZ6Ev3HOuFwsB-SeyuBusBq2V6qEAfnj62Jw3e53XUeWtJ1phsNoqhMEHed-Ntrbe3C5n61l9IuCKPpEycHx-Xeg_39QTI_70jbi37zhmdLw8Q8zcb9AjgQPhQ_LeJW-Rhtg..&amp;type=2&amp;query=%E9%93%81%E9%94%82 %E5%BF%AB%E5%85%85 %E7%94%B5%E8%8A%AF %E5%8F%91%E5%B8%83&amp;token=9B722D53FBAE0ABCA8AEFFF80F3BF611A955A1056A62C5DC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9月起开征！新能源车会涨价吗？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https://finance.sina.com.cn/wm/2026-07-24/doc-iniiwent1729733.shtml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动力电池回收新规施行：回收商违规、车企一起罚，谁最先坐不住？_车市动态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https://news.google.com/rss/articles/CBMia0FVX3lxTFAwMW43ZU9HdUo5TEtSMi1VbHNKU2xsWWZ4NjZOdTlxZVZEbFFUc00wZTJmTk1GclotYkJieWt1aWhJMFlTUXM5eExvbXg0WHZNRGxkRFZMY1NKeVlKZ1dTZ0xUQ2RyM281M213?oc=5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总投资11亿元！致良新材年产3万吨磷酸锰铁锂项目年底试产 - 粉体网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https://news.google.com/rss/articles/CBMiUEFVX3lxTE9PS25pRmRfNU9jWXVpRHVLREczV2hKSnktcGxIaEpNLWRhOGw0X2xXM1ZTd3dSNkdLcjJNNVVfelBBc3lRaTdkZDQ1V19jNlUx?oc=5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总投资10.112亿元，山东潍坊5万吨/年锂电材料资源化项目（一期）公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https://news.google.com/rss/articles/CBMiYkFVX3lxTFBWS29IWHpyay1WNUtuZXJuREszR25KQ25TYVhUZGlLZWZhZHotRTI2UFNOZGZ2cWlEMG82MTVIS1h1S3diVDhUSE43a2ttYWtvVFhycXJVb1gzakxwYXNxeUdR?oc=5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科罗拉多州明确报废动力电池由车企回收处置，2029年起禁止填埋 - 디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zAFBVV95cUxOSkN3ZXRBQVNXQmVEME0tNmZ0U1N2eUxVZ2UyOUpwcU4yVEd6dU9lSWR1SHZZVTlnNG9kNmdzeHVhbmhESXJsSzN3OHp5MENyaDMzVnVwTWZ1TF85QWZiSVZ4NmI2cVBNOGxLWHFUY2hfMExBdHE4MmVEdm02bWNLTEMtcE1qMFhmSURYMV9BeDZlR2lrRldhZ0tkOWlHdnY3bFVDdno1SFR5RElxcXF6bk5iYXV5UDF1R29CV24yWklWa01zVlpFallvdEU?oc=5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【正极材料周报】湖南裕能斥资240亿元扩产！正极材料公司中报预告密集出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https://www.itdcw.com/news/dczk/0H015CU2026.html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本周碳酸锂降价约6500元/吨 磷酸铁锂价格走低_电池网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https://www.itdcw.com/news/focus/03221544952026.html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三部门关于做好科技型企业孵化器相关政策衔接工作的通知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http://www.miit.gov.cn/zwgk/zcwj/wjfb/tz/art/2026/art_21446a8c153f4fae86121552fe1e9fd4.html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公开征求《车用动力电池拆解破碎安全要求》等两项强制性国家标准的意见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https://www.miit.gov.cn/gzcy/yjzj/art/2026/art_6ee188a6acf34735a568af7ebdc507b5.html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第五届通信海缆保护政策宣传周活动正式启动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https://www.miit.gov.cn/xwfb/gxdt/sjdt/art/2026/art_fb47488a00ee428bb3840cf4771fdb1d.html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云南省省长王予波强调 系统提升固废综合治理能力水平_中华人民共和国生态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https://www.mee.gov.cn/ywdt/dfnews/202607/t20260708_1161158.shtml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万润新能源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磷酸铁锂-湖北万润新能源科技股份有限公司_动力电池材料_消费电池材料_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https://www.hbwanrun.com/application_details/1.html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https://www.yunengchem.com/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2026-07-24</dc:title>
  <dc:subject>LFP daily briefing</dc:subject>
  <dc:creator>lifepo4_brief</dc:creator>
  <cp:lastModifiedBy>lifepo4_brief</cp:lastModifiedBy>
  <cp:revision>1</cp:revision>
  <dcterms:created xsi:type="dcterms:W3CDTF">2026-07-24T01:55:35Z</dcterms:created>
  <dcterms:modified xsi:type="dcterms:W3CDTF">2026-07-24T01:55:35Z</dcterms:modified>
</cp:coreProperties>
</file>