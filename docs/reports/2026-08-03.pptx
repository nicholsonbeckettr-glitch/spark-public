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于政策收紧与上游资源整合。工信部将100家梯次利用企业移出白名单，规范动力电池回收，短期或增加合规成本，长期利好正规回收企业。同时，湖南裕能、万华化学等龙头加速布局上游锂盐项目，强化资源自给，行业一体化趋势明显。价格方面，碳酸锂价格波动及产能扩张带来的盈利压力仍是关注焦点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今日磷酸铁锂行业聚焦于政策收紧与上游资源整合。工信部将100家梯次利用企业移出白名单，规范动力电池回收，短期或增加合规成本，长期利好正规回收企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今日磷酸铁锂行业聚焦于政策收紧与上游资源整合。工信部将100家梯次利用企业移出白名单，规范动力电池回收，短期或增加合规成本，长期利好正规回收企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工信部规范动力电池回收，100家梯次利用企业被移出白名单，行业准入门槛提高，合规企业受益。湖南裕能3万吨碳酸锂项目落地湘潭，万华化学入股大中矿业20万吨级锂盐项目，上游资源布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动力电池回收政策收紧，梯次利用技术路线面临调整，行业更注重合规性和安全性。磷酸铁锂产品向高能量密度和长循环寿命方向发展，头部企业加大研发投入，技术迭代加速。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[5][2]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湖南裕能3万吨碳酸锂项目落地湘潭，万华化学入股大中矿业20万吨级锂盐项目，上游资源布局加速。头部企业通过一体化扩产保障原料供应，产能扩张向资源端延伸，行业集中度有望提升。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[3][4][6]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碳酸锂价格波动和产能扩张导致磷酸铁锂行业盈利承压。上游资源项目布局有助于平抑成本，但短期资本开支增加，行业整体利润率可能维持低位。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[3][4]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今日磷酸铁锂行业聚焦于政策收紧与上游资源整合。工信部将100家梯次利用企业移出白名单，规范动力电池回收，短期或增加合规成本，长期利好正规回收企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规范动力电池回收，100家梯次利用企业被移出白名单，行业准入门槛提高，合规企业受益。湖南裕能3万吨碳酸锂项目落地湘潭，万华化学入股大中矿业20万吨级锂盐项目，上游资源布局加速，一体化趋势强化。政策收紧与资源整合并行，行业集中度有望提升，但短期成本压力或增加。 [1][2][3][4]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发文规范动力电池回收，将100家梯次利用企业移出白名单，直接收紧行业准入，旨在淘汰不合规产能，利好具备技术和资质的大型回收企业。同时，湖南裕能、万华化学等龙头向上游锂盐延伸，反映磷酸铁锂行业竞争已从单纯产能扩张转向资源保障和成本控制。政策与产业动态叠加，显示行业正从粗放增长转向精细化、合规化发展，但短期可能推高合规成本，影响中小企业盈利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工信部白名单管理持续收紧，则不合规梯次利用企业将加速出清，正规回收企业市场份额可能提升，但需跟踪后续执法力度和配套细则。若湖南裕能、万华化学等上游项目按期投产，则行业原料自给率提高，成本波动影响减弱，但需关注项目进度和锂价走势。证据边界在于政策执行细节和项目实际产能释放情况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工信部规范动力电池回收，1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湖南裕能3万吨碳酸锂项目落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政策收紧与资源整合并行，行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工信部规范动力电池回收，1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若工信部白名单管理持续收紧，则不合规梯次利用企业将加速出清，正规回收企业市场份额可能提升，但需跟踪后续执法力度和配套细则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动力电池回收政策收紧，梯次利用技术路线面临调整，行业更注重合规性和安全性。磷酸铁锂产品向高能量密度和长循环寿命方向发展，头部企业加大研发投入，技术迭代加速。 [5][2]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规范动力电池回收，移出100家梯次利用企业，表明监管层对梯次利用技术的安全性和可靠性提出更高要求，可能推动技术路线向更规范的再生利用倾斜。同时，行业竞争加剧，企业需通过技术升级提升产品性能，如提高能量密度和循环寿命，以维持竞争力。相关新闻来源显示，政策和技术动态相互关联，但具体技术突破细节尚需更多信息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梯次利用技术标准提高，则企业需增加安全检测和认证投入，技术领先企业可能获得竞争优势，但需跟踪具体技术规范发布。若产品性能竞争加剧，则高镍或固态电池等替代技术可能加速渗透，但需观察研发进展和成本下降情况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动力电池回收政策收紧，梯次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磷酸铁锂产品向高能量密度和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[5][2] 工信部规范动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动力电池回收政策收紧，梯次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若梯次利用技术标准提高，则企业需增加安全检测和认证投入，技术领先企业可能获得竞争优势，但需跟踪具体技术规范发布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湖南裕能3万吨碳酸锂项目落地湘潭，万华化学入股大中矿业20万吨级锂盐项目，上游资源布局加速。头部企业通过一体化扩产保障原料供应，产能扩张向资源端延伸，行业集中度有望提升。 [3][4][6]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依据：[3][4][6]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作为磷酸铁锂正极材料龙头，向上游碳酸锂延伸，旨在降低原料成本波动影响。万华化学入股大中矿业锂盐项目，显示跨界资本加速布局锂资源。这些动作表明，行业竞争已从正极材料产能扩张转向全产业链布局，资源自给率成为核心竞争力。相关新闻来源显示，项目投资规模大，但投产时间尚不确定，需关注后续进展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上述锂盐项目按期投产，则相关企业原料自给率提升，成本优势增强，可能挤压未一体化企业，但需跟踪项目建设和产能爬坡进度。若行业产能过剩加剧，则价格战风险上升，但资源自给企业抗风险能力更强，需观察市场需求增速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落地链路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82128" y="2029968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28432" y="21396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613648" y="213969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湖南裕能3万吨碳酸锂项目落地湘潭，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979408" y="2441448"/>
            <a:ext cx="164592" cy="146304"/>
          </a:xfrm>
          <a:prstGeom prst="downArrow">
            <a:avLst/>
          </a:prstGeom>
          <a:solidFill>
            <a:srgbClr val="7F9D84"/>
          </a:solidFill>
          <a:ln w="1270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596896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270662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613648" y="2706624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头部企业通过一体化扩产保障原料供应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979408" y="3008376"/>
            <a:ext cx="164592" cy="146304"/>
          </a:xfrm>
          <a:prstGeom prst="downArrow">
            <a:avLst/>
          </a:prstGeom>
          <a:solidFill>
            <a:srgbClr val="7F9D84"/>
          </a:solidFill>
          <a:ln w="1270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2128" y="3163824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32735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613648" y="327355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[3][4][6] 湖南裕能作为磷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726680" y="453542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用企业、项目、产能、客户的链路承接文字结论。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若上述锂盐项目按期投产，则相关企业原料自给率提升，成本优势增强，可能挤压未一体化企业，但需跟踪项目建设和产能爬坡进度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碳酸锂价格波动和产能扩张导致磷酸铁锂行业盈利承压。上游资源项目布局有助于平抑成本，但短期资本开支增加，行业整体利润率可能维持低位。 [3][4]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、万华化学等布局上游锂盐，反映企业对原料成本控制的迫切需求。当前碳酸锂价格虽未大幅上涨，但波动性仍存，叠加磷酸铁锂产能过剩，产品价格竞争激烈，压缩加工利润。政策收紧回收行业，可能增加合规成本，进一步影响中小企业盈利。相关新闻来源显示，行业整合加速，但盈利改善需待供需平衡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价格持续低位，则上游资源项目投资回报周期拉长，但一体化企业仍可通过成本优势维持盈利，需跟踪锂价走势和项目成本。若产能过剩持续，则行业洗牌加速，尾部企业可能退出，但需观察需求增长和政策刺激效果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45552" y="3063240"/>
            <a:ext cx="2432304" cy="0"/>
          </a:xfrm>
          <a:prstGeom prst="line">
            <a:avLst/>
          </a:prstGeom>
          <a:noFill/>
          <a:ln w="15240">
            <a:solidFill>
              <a:srgbClr val="4870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2889504"/>
            <a:ext cx="384048" cy="347472"/>
          </a:xfrm>
          <a:prstGeom prst="rightArrow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3808" y="33101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028432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73568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86384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碳酸锂价格波动和产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8686800" y="3063240"/>
            <a:ext cx="402336" cy="685800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0496" y="3639312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3739896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8522208" y="40050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上游资源项目布局有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9345168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98864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90304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9180576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[3][4] 湖南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7726680" y="45171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参考鱼骨图逻辑，只表达来源文本中的原因和影响。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若碳酸锂价格持续低位，则上游资源项目投资回报周期拉长，但一体化企业仍可通过成本优势维持盈利，需跟踪锂价走势和项目成本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工信部规范动力电池回收，移出100家梯次利用企业，政策风险上升。行业准入门槛提高，企业需加强合规管理，否则面临名单移除和经营风险。 [1][5][2]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依据：[1][5][2]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发文规范动力电池回收，直接针对梯次利用环节，显示监管层对电池全生命周期管理的重视。100家企业被移出白名单，意味着不合规企业将失去政策支持，甚至面临整改或退出。这要求磷酸铁锂相关企业，尤其是涉及回收业务的企业，必须提升合规水平。相关新闻来源显示，政策执行力度强，但具体整改要求尚不明确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回收政策进一步细化，则企业需投入更多资源满足环保和安全标准，合规成本上升，但合规企业可能获得更多政策红利，需跟踪后续细则和执法案例。若白名单管理常态化，则行业集中度提升，但需关注中小企业转型压力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工信部规范动力电池回收，移出100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行业准入门槛提高，企业需加强合规管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[1][5][2] 工信部发文规范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若回收政策进一步细化，则企业需投入更多资源满足环保和安全标准，合规成本上升，但合规企业可能获得更多政策红利，需跟踪后续细则和执法案例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湖南裕能、万华化学等龙头加速上游布局，行业竞争从正极材料延伸至锂资源。中小企业面临资源获取和成本控制双重压力，竞争格局可能进一步分化。 [3][4]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作为磷酸铁锂正极材料龙头，其3万吨碳酸锂项目将增强原料自给能力，巩固成本优势。万华化学作为化工巨头，入股大中矿业锂盐项目，显示跨界竞争加剧。这些动作可能迫使其他企业跟进布局，否则在原料采购和成本上处于劣势。相关新闻来源显示，头部企业资源整合动作频繁，但中小企业的应对策略尚不明确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头部企业资源项目成功落地，则其成本优势扩大，可能挤压中小企业市场份额，但需关注项目执行风险和市场供需变化。若更多跨界资本进入，则行业竞争加剧，但可能带来技术创新和效率提升，需观察新进入者的整合能力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湖南裕能、万华化学等龙头加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中小企业面临资源获取和成本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[3][4] 湖南裕能作为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湖南裕能、万华化学等龙头加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若头部企业资源项目成功落地，则其成本优势扩大，可能挤压中小企业市场份额，但需关注项目执行风险和市场供需变化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风险：政策执行不确定性、产能过剩、锂价波动。机会：回收行业规范化、资源一体化、技术升级。观察：工信部后续细则、锂盐项目投产进度、碳酸锂价格走势。 [1][3][4]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依据：[1][3][4]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移出100家梯次利用企业，短期可能引发行业调整，但长期利好合规企业。湖南裕能、万华化学的上游布局，既是应对成本压力的机会，也面临资本开支和项目风险。行业整体处于整合期，需密切关注政策落地效果和项目进展。相关新闻来源显示，动态密集，但市场反应需时间验证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政策细则明确且执行严格，则回收行业集中度提升，合规企业受益，但需跟踪执法一致性。若锂盐项目投产顺利，则相关企业成本下降，盈利改善，但需关注锂价下行风险。若行业整合加速，则头部企业份额提升，但需观察需求增速是否匹配产能扩张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54112" y="2249424"/>
            <a:ext cx="612648" cy="402336"/>
          </a:xfrm>
          <a:prstGeom prst="chevron">
            <a:avLst/>
          </a:prstGeom>
          <a:solidFill>
            <a:srgbClr val="DDEBE0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7264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8375904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8997696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0848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619488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量产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7882128" y="3063240"/>
            <a:ext cx="2331720" cy="0"/>
          </a:xfrm>
          <a:prstGeom prst="line">
            <a:avLst/>
          </a:prstGeom>
          <a:noFill/>
          <a:ln w="13970">
            <a:solidFill>
              <a:srgbClr val="7F9D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45552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风险：政策执行不确定性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8503920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机会：回收行业规范化、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9162288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0848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观察：工信部后续细则、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9820656" y="2962656"/>
            <a:ext cx="164592" cy="164592"/>
          </a:xfrm>
          <a:prstGeom prst="ellipse">
            <a:avLst/>
          </a:prstGeom>
          <a:solidFill>
            <a:srgbClr val="B85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29216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观察：工信部后续细则、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7726680" y="43159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参考培训 PPT 的阶段路线表达，按事件顺序拆成判断路径。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若政策细则明确且执行严格，则回收行业集中度提升，合规企业受益，但需跟踪执法一致性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100家梯次利用企业移出白名单！工信部发文规范动力电池回收 - 上海有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https://news.google.com/rss/articles/CBMiSkFVX3lxTE5UYmRrQlJnTEhURDFOMjdOS19tNHozZHFrZW8yZHZyN18zS3Q1ZHhSVUNkeG0zY1JRVWkzVldRTzdzTHJJQ3ZtSnpB?oc=5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动力电池“梯次利用”叫停，100家合规企业名单作废！谁受益谁承压？ -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https://news.google.com/rss/articles/CBMiY0FVX3lxTE9jNl9pd29JamVuNjRRSU96R1RYMHdhQ2J0TWdZNnJfeG1KcmQtLUhhVnlxRThhekdYb202ZmRmTHdtR3VfUThVb3FKVEdyaXhnbUdzeEFoZFQteGdCZ2pfZ21WRQ?oc=5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湖南裕能加码！3万吨碳酸锂项目落地湘潭 - 新浪财经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https://news.google.com/rss/articles/CBMieEFVX3lxTE1hbXdfOWRuLTFHUkdMN1B5bVVCS1pmN0JGWkc4WDNiaFREMTZLYUhJU1BzN0xzZ1VPMnRiVHlqMEVGVnpTVEV3RWZmenctbDhxX1MwNGZDa09VQ3d1eTd5dVdTVEpQdmRNZFdTZnB4b1hTS0Rsc0JIdw?oc=5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万华化学入股大中矿业20万吨级锂盐项目：一场上下游龙头的战略合围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https://www.cls.cn/detail/2321918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涉及动力电池，工信部出手！ - Sohu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https://news.google.com/rss/articles/CBMiiAFBVV95cUxOaUl2MEFQc2MzeG1BZXl6d3lzaVRvNXEyZlJ6Z0M2N1huZlAtTGx6RnJUSGFzalpEUlpGa2JlQ0ZrSVpVM1BDUlhjXzRCeHNOQTBkdjF3d3MwT0VoR3JvWFRvbzZEUmV5bk42TWlMc2xhZGM1WTdDQkFVTTBWaEt5anJ4YlF3UWpR?oc=5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湖南裕能加码！3万吨碳酸锂项目落地湘潭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https://finance.sina.com.cn/roll/2026-08-02/doc-inikwzci3041588.shtml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【正极材料周报】宁德时代“天价锂矿”采矿规模将达150万吨/年！今年国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https://www.itdcw.com/news/dczk/0HG5E312026.html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本周碳酸锂降价约6500元/吨 磷酸铁锂价格走低_电池网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https://www.itdcw.com/news/focus/03221544952026.html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容百科技：关于投资建设仙桃年产30万吨钠电正极材料一体化项目的公告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https://xp.stcn.com/index/pdf?id=1215650128&amp;stock_code=688005&amp;type=rm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政策解读：关于废止和修订新能源汽车废旧动力电池“梯次利用”相关政策标准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https://www.miit.gov.cn/zwgk/zcjd/art/2026/art_e4704ad5959b42968525e3f07e3eff13.html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三部门关于做好科技型企业孵化器相关政策衔接工作的通知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http://www.miit.gov.cn/zwgk/zcwj/wjfb/tz/art/2026/art_21446a8c153f4fae86121552fe1e9fd4.html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https://www.gov.cn/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云南省省长王予波强调 系统提升固废综合治理能力水平_中华人民共和国生态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https://www.mee.gov.cn/ywdt/dfnews/202607/t20260708_1161158.shtml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万润新能源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磷酸铁锂-湖北万润新能源科技股份有限公司_动力电池材料_消费电池材料_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https://www.hbwanrun.com/application_details/1.html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https://www.yunengchem.com/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2026-08-03</dc:title>
  <dc:subject>LFP daily briefing</dc:subject>
  <dc:creator>lifepo4_brief</dc:creator>
  <cp:lastModifiedBy>lifepo4_brief</cp:lastModifiedBy>
  <cp:revision>1</cp:revision>
  <dcterms:created xsi:type="dcterms:W3CDTF">2026-08-03T02:00:30Z</dcterms:created>
  <dcterms:modified xsi:type="dcterms:W3CDTF">2026-08-03T02:00:30Z</dcterms:modified>
</cp:coreProperties>
</file>