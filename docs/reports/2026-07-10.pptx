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 DAILY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8368" y="217627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从公开事件到产业判断的每日工程化筛选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761488"/>
            <a:ext cx="5715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核心动态：贵州毕节百万吨级磷酸铁锂项目刷新进展，贵阳拟新建60万吨高压实项目，显示产能扩张仍在加速；多氟多发布大圆柱磷酸铁锂换电方案，实现同体积容量突破；动力电池新国标落地，隔膜安全价值重估，或间接影响电池材料体系；同时，车用动力电池拆解破碎安全要求征求意见，政策端持续完善回收体系。行业呈现产能扩张与技术突破并行、政策安全标准趋严的态势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960120"/>
            <a:ext cx="3886200" cy="4526280"/>
          </a:xfrm>
          <a:prstGeom prst="rect">
            <a:avLst/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11887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今日逻辑主线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82128" y="1755648"/>
            <a:ext cx="0" cy="3090672"/>
          </a:xfrm>
          <a:prstGeom prst="line">
            <a:avLst/>
          </a:prstGeom>
          <a:noFill/>
          <a:ln w="15240">
            <a:solidFill>
              <a:srgbClr val="7F9D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0688" y="1700784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627632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0992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技术突破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90688" y="2267712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2194560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27685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产能变化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90688" y="2834640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2761488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8437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政策合规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790688" y="340156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3328416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41071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企业信号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790688" y="3968496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3895344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97764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风险机会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790688" y="4535424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3880" y="4462272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5445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今日磷酸铁锂行业核心动态：贵州毕节百万吨级磷酸铁锂项目刷新进展，贵阳拟新建60万吨高压实项目，显示产能扩张仍在加速；多氟多发布大圆柱磷酸铁锂换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32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今日总览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880360" y="9966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今日磷酸铁锂行业核心动态：贵州毕节百万吨级磷酸铁锂项目刷新进展，贵阳拟新建60万吨高压实项目，显示产能扩张仍在加速；多氟多发布大圆柱磷酸铁锂换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8872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188720" y="1883664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贵州地区磷酸铁锂产能扩张势头强劲，毕节百万吨级项目与贵阳60万吨高压实项目同步推进，预示未来供给压力将进一步加大。多氟多发布的大圆柱磷酸铁锂换电方案在技术层面实现突破，有望提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118872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[1][2][3][4][5]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236208" y="1444752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6656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766560" y="1883664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多氟多发布两款大圆柱磷酸铁锂换电模组，实现同体积容量突破，并采用通用化设计。这标志着磷酸铁锂在换电领域的技术路线取得重要进展，有望提升能量密度和兼容性。同时，万润新能源官网展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76656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[3][6]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58368" y="3566160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8872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188720" y="4005072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贵州毕节百万吨级磷酸铁锂项目刷新进展，贵阳拟新建年产60万吨磷酸铁及60万吨磷酸铁锂项目。两大项目均位于贵州，显示该地区正成为磷酸铁锂产能扩张的核心区域。产能持续大规模扩张，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118872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[1][2]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36208" y="3566160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3620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6656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766560" y="4005072"/>
            <a:ext cx="877824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广期所碳酸锂期货及期权正式对境外交易者开放，这将提升碳酸锂的国际化定价效率和市场流动性。在磷酸铁锂产能持续扩张的背景下，碳酸锂价格波动对下游正极材料企业的盈利影响将更为直接和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676656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总览结论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今日磷酸铁锂行业核心动态：贵州毕节百万吨级磷酸铁锂项目刷新进展，贵阳拟新建60万吨高压实项目，显示产能扩张仍在加速；多氟多发布大圆柱磷酸铁锂换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SIGNALS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重点板块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371600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536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 1/3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88920" y="1536192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贵州地区磷酸铁锂产能扩张势头强劲，毕节百万吨级项目与贵阳60万吨高压实项目同步推进，预示未来供给压力将进一步加大。多氟多发布的大圆柱磷酸铁锂换电方案在技术层面实现突破，有望提升换电市场竞争力。动力电池新国标落地及拆解破碎安全要求征求意见，表明政策端对电池全生命周期安全与回收的重视程度提升，</a:t>
            </a:r>
            <a:endParaRPr lang="en-US" sz="910" dirty="0"/>
          </a:p>
        </p:txBody>
      </p:sp>
      <p:sp>
        <p:nvSpPr>
          <p:cNvPr id="13" name="Text 11"/>
          <p:cNvSpPr/>
          <p:nvPr/>
        </p:nvSpPr>
        <p:spPr>
          <a:xfrm>
            <a:off x="2788920" y="2322576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依据：[1][2][3][4][5]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658368" y="2889504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0540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 2/3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788920" y="3054096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可能对电池设计、材料选择及回收体系产生深远影响。 [1][2][3][4][5] 分析：贵州两大项目（毕节百万吨级、贵阳60万吨）的推进，叠加近期多个磷酸铁锂扩产消息，行业产能过剩风险持续累积。多氟多的技术突破（同体积容量击穿行业纪录）表明，在产能过剩背景下，企业正通过技术差异化寻求竞争优势。</a:t>
            </a:r>
            <a:endParaRPr lang="en-US" sz="910" dirty="0"/>
          </a:p>
        </p:txBody>
      </p:sp>
      <p:sp>
        <p:nvSpPr>
          <p:cNvPr id="17" name="Text 15"/>
          <p:cNvSpPr/>
          <p:nvPr/>
        </p:nvSpPr>
        <p:spPr>
          <a:xfrm>
            <a:off x="2788920" y="384048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依据：[1][2][3][4][5]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658368" y="4407408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 3/3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788920" y="457200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新国标与拆解破碎安全要求，将推动电池设计向更易拆解、更安全的方向发展，可能利好具备相关技术储备的企业，同时增加行业合规成本。需关注这些政策对磷酸铁锂材料体系（如高压实、高安全性）的具体影响。 推测：未使用推测</a:t>
            </a:r>
            <a:endParaRPr lang="en-US" sz="910" dirty="0"/>
          </a:p>
        </p:txBody>
      </p:sp>
      <p:sp>
        <p:nvSpPr>
          <p:cNvPr id="21" name="Text 19"/>
          <p:cNvSpPr/>
          <p:nvPr/>
        </p:nvSpPr>
        <p:spPr>
          <a:xfrm>
            <a:off x="2788920" y="535838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依据：[1][2][3][4][5]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分页规则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信息多的板块会自动拆成续页；正文保留引用编号，完整链接集中在来源索引。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SIGNALS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重点板块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371600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536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 1/3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88920" y="1536192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氟多发布两款大圆柱磷酸铁锂换电模组，实现同体积容量突破，并采用通用化设计。这标志着磷酸铁锂在换电领域的技术路线取得重要进展，有望提升能量密度和兼容性。同时，万润新能源官网展示其高压实、高容量磷酸铁锂材料，表明高压实路线仍是行业主流技术方向之一。</a:t>
            </a:r>
            <a:endParaRPr lang="en-US" sz="910" dirty="0"/>
          </a:p>
        </p:txBody>
      </p:sp>
      <p:sp>
        <p:nvSpPr>
          <p:cNvPr id="13" name="Text 11"/>
          <p:cNvSpPr/>
          <p:nvPr/>
        </p:nvSpPr>
        <p:spPr>
          <a:xfrm>
            <a:off x="2788920" y="2322576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依据：[3][6]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658368" y="2889504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0540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 2/3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788920" y="3054096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[3][6] 分析：多氟多的技术突破（同体积容量击穿行业纪录）是今日技术面最大亮点。大圆柱路线在散热、安全性、成组效率方面具有优势，结合磷酸铁锂的固有安全性，非常适合换电场景。通用化设计则有助于降低换电网络的建设成本。万润新能源的高压实产品则反映了行业对提升能量密度的持续追求。</a:t>
            </a:r>
            <a:endParaRPr lang="en-US" sz="910" dirty="0"/>
          </a:p>
        </p:txBody>
      </p:sp>
      <p:sp>
        <p:nvSpPr>
          <p:cNvPr id="17" name="Text 15"/>
          <p:cNvSpPr/>
          <p:nvPr/>
        </p:nvSpPr>
        <p:spPr>
          <a:xfrm>
            <a:off x="2788920" y="384048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依据：[3][6]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658368" y="4407408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 3/3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788920" y="457200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这两条技术路线（大圆柱换电、高压实材料）均旨在解决磷酸铁锂能量密度相对较低的痛点。 推测：未使用推测</a:t>
            </a:r>
            <a:endParaRPr lang="en-US" sz="910" dirty="0"/>
          </a:p>
        </p:txBody>
      </p:sp>
      <p:sp>
        <p:nvSpPr>
          <p:cNvPr id="21" name="Text 19"/>
          <p:cNvSpPr/>
          <p:nvPr/>
        </p:nvSpPr>
        <p:spPr>
          <a:xfrm>
            <a:off x="2788920" y="535838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依据：[3][6]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分页规则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信息多的板块会自动拆成续页；正文保留引用编号，完整链接集中在来源索引。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SIGNALS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重点板块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371600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536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 1/2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88920" y="1536192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贵州毕节百万吨级磷酸铁锂项目刷新进展，贵阳拟新建年产60万吨磷酸铁及60万吨磷酸铁锂项目。两大项目均位于贵州，显示该地区正成为磷酸铁锂产能扩张的核心区域。产能持续大规模扩张，未来市场竞争将更趋激烈，订单获取能力成为关键。 [1][2] 分析：贵州毕节和贵阳的两个项目，合计规划产能巨大（毕节百万吨级，</a:t>
            </a:r>
            <a:endParaRPr lang="en-US" sz="910" dirty="0"/>
          </a:p>
        </p:txBody>
      </p:sp>
      <p:sp>
        <p:nvSpPr>
          <p:cNvPr id="13" name="Text 11"/>
          <p:cNvSpPr/>
          <p:nvPr/>
        </p:nvSpPr>
        <p:spPr>
          <a:xfrm>
            <a:off x="2788920" y="2322576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658368" y="2889504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0540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 2/2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788920" y="3054096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贵阳60万吨磷酸铁锂+60万吨磷酸铁）。这延续了近年来磷酸铁锂行业产能高速扩张的态势。如此大规模的产能集中释放，将对原材料（碳酸锂、磷酸铁）价格形成支撑，同时加剧正极材料环节的竞争，可能导致行业利润率进一步承压。需关注这些项目的实际投产进度、客户绑定情况以及资金到位情况。 推测：未使用推测</a:t>
            </a:r>
            <a:endParaRPr lang="en-US" sz="910" dirty="0"/>
          </a:p>
        </p:txBody>
      </p:sp>
      <p:sp>
        <p:nvSpPr>
          <p:cNvPr id="17" name="Text 15"/>
          <p:cNvSpPr/>
          <p:nvPr/>
        </p:nvSpPr>
        <p:spPr>
          <a:xfrm>
            <a:off x="2788920" y="384048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658368" y="4407408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 1/2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788920" y="457200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期所碳酸锂期货及期权正式对境外交易者开放，这将提升碳酸锂的国际化定价效率和市场流动性。在磷酸铁锂产能持续扩张的背景下，碳酸锂价格波动对下游正极材料企业的盈利影响将更为直接和显著。行业盈利压力依然较大。 [1] 分析：碳酸锂期货国际化，意味着其价格发现功能将增强，国内外价差可能收窄。</a:t>
            </a:r>
            <a:endParaRPr lang="en-US" sz="910" dirty="0"/>
          </a:p>
        </p:txBody>
      </p:sp>
      <p:sp>
        <p:nvSpPr>
          <p:cNvPr id="21" name="Text 19"/>
          <p:cNvSpPr/>
          <p:nvPr/>
        </p:nvSpPr>
        <p:spPr>
          <a:xfrm>
            <a:off x="2788920" y="535838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分页规则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信息多的板块会自动拆成续页；正文保留引用编号，完整链接集中在来源索引。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SIGNALS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重点板块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371600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536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 2/2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88920" y="1536192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于磷酸铁锂企业而言，碳酸锂是核心成本项。产能过剩背景下，正极材料企业难以将成本上涨完全转嫁给下游电池厂，因此碳酸锂价格波动将直接侵蚀其利润。国际化后，价格波动可能加剧，对企业的库存管理和套期保值能力提出更高要求。 推测：未使用推测</a:t>
            </a:r>
            <a:endParaRPr lang="en-US" sz="910" dirty="0"/>
          </a:p>
        </p:txBody>
      </p:sp>
      <p:sp>
        <p:nvSpPr>
          <p:cNvPr id="13" name="Text 11"/>
          <p:cNvSpPr/>
          <p:nvPr/>
        </p:nvSpPr>
        <p:spPr>
          <a:xfrm>
            <a:off x="2788920" y="2322576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658368" y="2889504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0540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政策/合规风险 1/2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788920" y="3054096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新国标落地，隔膜安全价值被重估；同时，工信部就《车用动力电池拆解破碎安全要求》征求意见。政策端对电池安全、回收利用的监管趋严，将增加行业合规成本，但也为具备安全技术优势和完善回收体系的企业带来机遇。 [4][5] 分析：动力电池新国标对安全性的更高要求，可能推动隔膜等关键材料的技术升级，</a:t>
            </a:r>
            <a:endParaRPr lang="en-US" sz="910" dirty="0"/>
          </a:p>
        </p:txBody>
      </p:sp>
      <p:sp>
        <p:nvSpPr>
          <p:cNvPr id="17" name="Text 15"/>
          <p:cNvSpPr/>
          <p:nvPr/>
        </p:nvSpPr>
        <p:spPr>
          <a:xfrm>
            <a:off x="2788920" y="384048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依据：[4][5]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658368" y="4407408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政策/合规风险 2/2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788920" y="457200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接影响电池材料体系的选择。拆解破碎安全要求则直接规范了电池回收环节，利好具备自动化、安全拆解技术和渠道的企业。这两项政策叠加，表明电池全生命周期管理成为监管重点。对于磷酸铁锂行业，其安全性优势可能进一步凸显，但回收环节的合规成本将上升。 推测：未使用推测</a:t>
            </a:r>
            <a:endParaRPr lang="en-US" sz="910" dirty="0"/>
          </a:p>
        </p:txBody>
      </p:sp>
      <p:sp>
        <p:nvSpPr>
          <p:cNvPr id="21" name="Text 19"/>
          <p:cNvSpPr/>
          <p:nvPr/>
        </p:nvSpPr>
        <p:spPr>
          <a:xfrm>
            <a:off x="2788920" y="535838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依据：[4][5]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分页规则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信息多的板块会自动拆成续页；正文保留引用编号，完整链接集中在来源索引。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SIGNALS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重点板块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371600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536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竞品观察 1/3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88920" y="1536192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氟多发布大圆柱磷酸铁锂换电方案，实现技术突破，成为换电领域的有力竞争者。万润新能源持续推广其高压实磷酸铁锂材料，巩固其在动力和储能材料市场的地位。宁德时代的三元材料供应商冲刺创业板IPO，显示产业链资本活动依然活跃。 [3][6][1] 分析：多氟多从材料企业向下游模组和换电方案延伸，</a:t>
            </a:r>
            <a:endParaRPr lang="en-US" sz="910" dirty="0"/>
          </a:p>
        </p:txBody>
      </p:sp>
      <p:sp>
        <p:nvSpPr>
          <p:cNvPr id="13" name="Text 11"/>
          <p:cNvSpPr/>
          <p:nvPr/>
        </p:nvSpPr>
        <p:spPr>
          <a:xfrm>
            <a:off x="2788920" y="2322576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依据：[3][6][1]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658368" y="2889504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0540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竞品观察 2/3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788920" y="3054096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现了产业链垂直整合的趋势，其技术突破可能改变换电市场的竞争格局。万润新能源作为专业的正极材料厂商，其高压实产品是应对能量密度竞争的关键。宁德时代供应商的IPO动向，则反映了上游材料环节的资本热度。这些竞品动态表明，行业竞争已从单纯的产能规模竞争，转向技术、资本、产业链整合的综合竞争。</a:t>
            </a:r>
            <a:endParaRPr lang="en-US" sz="910" dirty="0"/>
          </a:p>
        </p:txBody>
      </p:sp>
      <p:sp>
        <p:nvSpPr>
          <p:cNvPr id="17" name="Text 15"/>
          <p:cNvSpPr/>
          <p:nvPr/>
        </p:nvSpPr>
        <p:spPr>
          <a:xfrm>
            <a:off x="2788920" y="384048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依据：[3][6][1]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658368" y="4407408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竞品观察 3/3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788920" y="457200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推测：未使用推测</a:t>
            </a:r>
            <a:endParaRPr lang="en-US" sz="910" dirty="0"/>
          </a:p>
        </p:txBody>
      </p:sp>
      <p:sp>
        <p:nvSpPr>
          <p:cNvPr id="21" name="Text 19"/>
          <p:cNvSpPr/>
          <p:nvPr/>
        </p:nvSpPr>
        <p:spPr>
          <a:xfrm>
            <a:off x="2788920" y="535838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依据：[3][6][1]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分页规则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信息多的板块会自动拆成续页；正文保留引用编号，完整链接集中在来源索引。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SIGNALS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重点板块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371600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536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风险/机会/观察 1/3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88920" y="1536192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贵州等地大规模产能扩张加剧行业过剩，价格战风险持续；碳酸锂期货国际化可能放大价格波动，增加企业盈利不确定性。机会：动力电池新国标和回收政策趋严，利好具备安全技术优势和回收体系的企业；多氟多的大圆柱换电方案开辟了新的增长点。观察点：需持续跟踪贵州两大项目的实际投产进度和客户订单情况；</a:t>
            </a:r>
            <a:endParaRPr lang="en-US" sz="910" dirty="0"/>
          </a:p>
        </p:txBody>
      </p:sp>
      <p:sp>
        <p:nvSpPr>
          <p:cNvPr id="13" name="Text 11"/>
          <p:cNvSpPr/>
          <p:nvPr/>
        </p:nvSpPr>
        <p:spPr>
          <a:xfrm>
            <a:off x="2788920" y="2322576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依据：[1][2][3][4][5]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658368" y="2889504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0540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风险/机会/观察 2/3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788920" y="3054096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关注动力电池新国标对磷酸铁锂材料体系的具体影响。 [1][2][3][4][5] 分析：当前行业处于“产能过剩+技术突破+政策趋严”的复杂阶段。产能过剩是主要风险，但技术突破（如多氟多）和政策引导（如安全、回收）也为具备核心竞争力的企业提供了结构性机会。</a:t>
            </a:r>
            <a:endParaRPr lang="en-US" sz="910" dirty="0"/>
          </a:p>
        </p:txBody>
      </p:sp>
      <p:sp>
        <p:nvSpPr>
          <p:cNvPr id="17" name="Text 15"/>
          <p:cNvSpPr/>
          <p:nvPr/>
        </p:nvSpPr>
        <p:spPr>
          <a:xfrm>
            <a:off x="2788920" y="384048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依据：[1][2][3][4][5]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658368" y="4407408"/>
            <a:ext cx="10881360" cy="1225296"/>
          </a:xfrm>
          <a:prstGeom prst="roundRect">
            <a:avLst>
              <a:gd name="adj" fmla="val 5970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风险/机会/观察 3/3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788920" y="457200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投资者应重点关注企业的技术差异化能力、成本控制能力、客户结构以及应对政策变化的能力。碳酸锂期货国际化后，企业的风险管理能力将成为重要考察指标。 推测：未使用推测</a:t>
            </a:r>
            <a:endParaRPr lang="en-US" sz="910" dirty="0"/>
          </a:p>
        </p:txBody>
      </p:sp>
      <p:sp>
        <p:nvSpPr>
          <p:cNvPr id="21" name="Text 19"/>
          <p:cNvSpPr/>
          <p:nvPr/>
        </p:nvSpPr>
        <p:spPr>
          <a:xfrm>
            <a:off x="2788920" y="535838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依据：[1][2][3][4][5]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分页规则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信息多的板块会自动拆成续页；正文保留引用编号，完整链接集中在来源索引。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【正极材料周报】贵州毕节百万吨级磷酸铁锂项目刷新进展！宁德时代三元材料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https://www.itdcw.com/news/dczk/0F61564b2026.html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年产60万吨！贵州贵阳拟新建高压实磷酸铁锂项目_电池网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https://www.itdcw.com/news/focus/0F915AC2026.html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同体积容量击穿行业纪录！多氟多两款大圆柱磷酸铁锂换电方案发布_电池网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https://www.itdcw.com/news/chanpinxinwen/06251562M2026.html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动力电池新国标落地 隔膜行业“安全价值”迎重估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https://www.stcn.com/article/detail/4009954.html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公开征求《车用动力电池拆解破碎安全要求》等两项强制性国家标准的意见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https://www.miit.gov.cn/gzcy/yjzj/art/2026/art_6ee188a6acf34735a568af7ebdc507b5.html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万润新能源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磷酸铁锂-湖北万润新能源科技股份有限公司_动力电池材料_消费电池材料_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https://www.hbwanrun.com/application_details/1.html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磷酸铁锂动力型电池与磷酸铁锂储能型电池的区别分析_电池网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https://www.itdcw.com/news/dianchibaike/06301359262023.html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[8]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https://www.icbattery.com/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[9]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https://www.gg-lb.com/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[10]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https://www.cbea.com/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[11]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https://www.jiemian.com/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[12]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三部门关于组织实施2026年首台（套）重大技术装备保险补偿政策的通知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http://www.miit.gov.cn/zwgk/zcwj/wjfb/tz/art/2026/art_fefca99ac5934ebd905b2232e417e317.html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[13]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工业和信息化部政策文件库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https://www.miit.gov.cn/search/zcwjk.html?websiteid=110000000000000&amp;pg=&amp;p=&amp;tpl=14&amp;category=183&amp;q=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[14]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最新政策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https://www.miit.gov.cn/xwfb/zxzc/index.html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[15]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国家发展改革委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国家发展改革委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https://www.ndrc.gov.cn/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[16]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中华人民共和国中央人民政府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中华人民共和国中央人民政府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https://www.gov.cn/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[17]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生态环境部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云南省省长王予波强调 系统提升固废综合治理能力水平_中华人民共和国生态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https://www.mee.gov.cn/ywdt/dfnews/202607/t20260708_1161158.shtml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[18]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https://www.yunengchem.com/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[19]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友山科技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友山科技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https://www.youshan-tech.com/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[20]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江西升华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江西升华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https://www.shenghuaxc.com/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[21]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当升科技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当升科技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https://www.easpring.com/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[22]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公众号：锂电材料工艺｜磷酸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公众号：锂电材料工艺｜磷酸铁成本管控实战：一个工厂管理者的降本全景复盘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https://mp.weixin.qq.com/s/8oXDBs6C-HcC_VCkF43EEw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[23]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公众号：锂电材料工艺｜磷酸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公众号：锂电材料工艺｜磷酸锰铁锂正极材料工艺技术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https://mp.weixin.qq.com/s/5pCAvHQp-hA9ydVKZ9jurA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[24]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公众号：锂电材料工艺｜富锂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公众号：锂电材料工艺｜富锂锰基正极材料工艺技术包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https://mp.weixin.qq.com/s/m6JU_4rujgl5La3mClYqBw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lifepo4_brief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磷酸铁锂行业早报 2026-07-10</dc:title>
  <dc:subject>LFP daily briefing</dc:subject>
  <dc:creator>lifepo4_brief</dc:creator>
  <cp:lastModifiedBy>lifepo4_brief</cp:lastModifiedBy>
  <cp:revision>1</cp:revision>
  <dcterms:created xsi:type="dcterms:W3CDTF">2026-07-10T04:38:51Z</dcterms:created>
  <dcterms:modified xsi:type="dcterms:W3CDTF">2026-07-10T04:38:51Z</dcterms:modified>
</cp:coreProperties>
</file>