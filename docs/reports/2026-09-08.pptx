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于高压实、快充等高端产品供需错配，协鑫锂电极擎C20首发即量产，盟固利募资扩产获批。同时，行业面临政策收紧，中国暂停审批电池储能制造项目，或影响产能扩张。碳酸锂期货价格崩跌，成本端偏弱，但高端产品价格获支撑。行业整体处于技术升级与产能调控并行的关键阶段。</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今日磷酸铁锂行业聚焦于高压实、快充等高端产品供需错配，协鑫锂电极擎C20首发即量产，盟固利募资扩产获批。同时，行业面临政策收紧，中国暂停审批电</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今日磷酸铁锂行业聚焦于高压实、快充等高端产品供需错配，协鑫锂电极擎C20首发即量产，盟固利募资扩产获批。同时，行业面临政策收紧，中国暂停审批电</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877824"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高压实、高容量磷酸铁锂产品需求旺盛但供应受限，供需错配加剧。协鑫锂电极擎C20量产、盟固利扩产获批，显示头部企业正加速布局高端产能。政策层面，中国暂停审批电池储能制造项目，将</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协鑫锂电发布5.5代“极擎C20”高压实磷酸铁锂，实现首发即量产，压实密度达2.6g/cm³以上，具备6C快充能力，代表当前材料领域最高技术水平，打破“能量-倍率”权衡。</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877824"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盟固利募资加码正极材料项目获批，协鑫锂电极擎C20首发即量产，显示头部企业正积极扩张高端产能。8月磷酸铁锂产量累计391.76万吨，高端产品供需错配，但低端产能可能面临政策限</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碳酸锂期货价格崩跌4%，成本端偏弱运行。8月市场简析显示高端产品供需错配，价格获支撑，但低端产品竞争激烈。消费税落地首周，正极材料虽无直接税负，但成本压力可能间接传导。</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今日磷酸铁锂行业聚焦于高压实、快充等高端产品供需错配，协鑫锂电极擎C20首发即量产，盟固利募资扩产获批。同时，行业面临政策收紧，中国暂停审批电</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高容量磷酸铁锂产品需求旺盛但供应受限，供需错配加剧。协鑫锂电极擎C20量产、盟固利扩产获批，显示头部企业正加速布局高端产能。政策层面，中国暂停审批电池储能制造项目，将抑制低端产能扩张，利好具备技术优势的头部企业。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8月市场简析指出高端产品供需错配，而协鑫锂电和盟固利的动作表明头部企业正通过技术升级和扩产抢占市场。暂停审批电池储能制造项目，旨在防止低端产能过剩，这将进一步拉大头部企业与中小企业的差距。碳酸锂价格下跌虽降低材料成本，但高端产品因技术溢价受影响较小。</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端产品供需错配持续，具备高压实密度量产能力的企业（如协鑫锂电）将获得更高溢价和市场份额。若储能项目审批暂停政策落地执行，低端产能出清将加速，行业集中度有望提升。需跟踪头部企业高端产品出货量及政策实施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高压实、高容量磷酸铁锂产品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协鑫锂电极擎C20量产、盟</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政策层面，中国暂停审批电池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高压实、高容量磷酸铁锂产品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若高端产品供需错配持续，具备高压实密度量产能力的企业（如协鑫锂电）将获得更高溢价和市场份额</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协鑫锂电发布5.5代“极擎C20”高压实磷酸铁锂，实现首发即量产，压实密度达2.6g/cm³以上，具备6C快充能力，代表当前材料领域最高技术水平，打破“能量-倍率”权衡。 [2]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极擎C20的发布，标志着磷酸铁锂材料在高压实密度和快充性能上取得突破。该产品量产将推动下游电池企业采用更高能量密度和快充性能的电芯，可能加速磷酸铁锂在高端乘用车和储能领域的渗透。盟固利等企业也在跟进高压实产品，技术竞赛已开启。</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极擎C20的6C快充和高压实密度性能得到下游头部电池厂验证并大规模采用，将推动磷酸铁锂材料技术路线向高压实、高倍率方向迭代，并可能带动相关上游材料（如新型导电剂、粘结剂）需求增长。需跟踪该产品的客户导入和实际装车/储能项目应用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协鑫锂电发布5.5代“极擎</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 协鑫锂电极擎C20</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该产品量产将推动下游电池企</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协鑫锂电发布5.5代“极擎</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若极擎C20的6C快充和高压实密度性能得到下游头部电池厂验证并大规模采用，将推动磷酸铁锂材料技术路线向高压实、高倍率方向迭代，并可能带动相关上游材料（</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盟固利募资加码正极材料项目获批，协鑫锂电极擎C20首发即量产，显示头部企业正积极扩张高端产能。8月磷酸铁锂产量累计391.76万吨，高端产品供需错配，但低端产能可能面临政策限制。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盟固利和协鑫锂电的扩产行为，是对高端产品需求旺盛的积极响应。但中国暂停审批电池储能制造项目，可能影响下游需求，进而传导至材料端。高端产品供需错配意味着具备技术优势的企业订单能见度更高，而低端产能则面临更大的政策不确定性。</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端产能扩张顺利且下游需求持续旺盛，具备高压实产品量产能力的企业将获得更多订单。若储能项目审批暂停导致需求增速放缓，高端产能的消化可能面临压力，需关注头部企业新增产能的爬坡进度和实际订单签订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盟固利募资加码正极材料项目</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8月磷酸铁锂产量累计391</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 盟固利和协鑫锂电的</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盟固利募资加码正极材料项目</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若高端产能扩张顺利且下游需求持续旺盛，具备高压实产品量产能力的企业将获得更多订单</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碳酸锂期货价格崩跌4%，成本端偏弱运行。8月市场简析显示高端产品供需错配，价格获支撑，但低端产品竞争激烈。消费税落地首周，正极材料虽无直接税负，但成本压力可能间接传导。 [3]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碳酸锂价格下跌有利于降低磷酸铁锂生产成本，但正极材料价格受供需主导。高端产品因技术溢价和供需错配，价格相对坚挺，企业盈利空间较好。而低端产品同质化严重，价格战压力大。消费税对电芯环节的影响可能间接向上游材料端传导，压缩低端产品利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低位，磷酸铁锂成本支撑减弱，低端产品价格可能进一步下探，压缩中小企业盈利空间。若高端产品需求保持旺盛，其价格与低端产品的价差可能拉大，拥有高端产品的企业盈利优势将更明显。需关注碳酸锂价格走势及高端与低端产品的价差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4%</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碳酸锂期货价格崩跌</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公开信息：碳酸锂期货价格崩跌4%，成本端偏弱运行</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若碳酸锂价格持续低位，磷酸铁锂成本支撑减弱，低端产品价格可能进一步下探，压缩中小企业盈利空间</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中国暂停审批电池储能制造项目，旨在调控产能，防止无序扩张。动力电池回收政策趋严，今年退役电池预计近50万吨。消费税落地对正极材料暂无直接税负，但需关注间接影响。 [1][4][5]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暂停审批电池储能制造项目是重大政策信号，将直接影响储能电池产能扩张，进而影响上游磷酸铁锂材料需求结构。回收政策趋严，长期看有利于建立资源闭环，但短期可能增加电池厂商的合规成本。消费税对电芯环节的影响可能通过成本传导机制间接影响材料端。</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项目审批暂停政策持续，储能电池产能扩张将放缓，可能导致对磷酸铁锂材料的需求增速下降，尤其是储能专用型号。若回收政策趋严，将促使电池厂商与材料厂商建立更紧密的回收合作关系，长期利好具备回收渠道的企业。需跟踪政策执行细则及对储能项目开工率的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中国暂停审批电池储能制造项目，旨在</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动力电池回收政策趋严，今年退役电池</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消费税落地对正极材料暂无直接税负，</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若储能项目审批暂停政策持续，储能电池产能扩张将放缓，可能导致对磷酸铁锂材料的需求增速下降，尤其是储能专用型号</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协鑫锂电发布极擎C20，盟固利扩产获批，行业头部企业在高压实产品上竞争加剧。同时，小米发布搭载磷酸铁锂电池的增程SUV，显示下游应用市场持续扩大。 [6][7]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和盟固利在高压实产品上的布局，直接对标行业龙头湖南裕能、德方纳米等，高端市场竞争将白热化。小米等车企采用磷酸铁锂电池，验证了其在主流车型中的成本和技术优势，为材料企业带来新的增长点。世界动力电池大会强调技术迭代和防止竞争失序，预示行业将从价格战转向技术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头部企业在高压实产品上的产能相继落地，高端市场的竞争将加剧，产品差异化成为关键。若小米等车企的磷酸铁锂车型销量超预期，将带动对高压实、快充型材料的需求，为技术领先企业带来机遇。需关注各企业高压实产品的客户验证进展和市场份额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协鑫锂电发布极擎C20，盟</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同时，小米发布搭载磷酸铁锂</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[6][7] 协鑫锂电和盟</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协鑫锂电发布极擎C20，盟</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若头部企业在高压实产品上的产能相继落地，高端市场的竞争将加剧，产品差异化成为关键</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风险：储能项目审批暂停可能抑制需求；碳酸锂价格波动影响成本。机会：高压实、快充产品需求旺盛，技术领先企业受益；回收市场潜力巨大。观察：政策执行力度、高端产品供需变化、车企新车型销量。 [1][8][9]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依据：[1][8][9]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政策收紧是当前最大不确定性，需观察其对储能需求的实际影响。碳酸锂价格崩跌虽降低成本，但也可能引发市场对需求疲软的担忧。机会在于高端产品结构性紧缺和回收市场的长期增长。行业大会强调防止竞争失序，可能促使政策向技术领先、规模化企业倾斜。</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审批暂停政策导致需求增速显著放缓，磷酸铁锂材料价格可能承压，行业可能迎来新一轮洗牌。若政策旨在淘汰落后产能，则具备技术和规模优势的头部企业将获得更大市场份额。需持续跟踪政策落地后的项目开工率、材料月度产量及价格走势。</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风险：储能项目审批暂停可能</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碳酸锂价格波动影响成本</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机会：高压实、快充产品需求</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风险：储能项目审批暂停可能</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若储能审批暂停政策导致需求增速显著放缓，磷酸铁锂材料价格可能承压，行业可能迎来新一轮洗牌</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紧急“踩刹车”？中国暂停审批电池储能制造项目 - 电子工程专辑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https://www.eet-china.com/news/202609088893.html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极擎C20首发即量产：协鑫锂电打破磷酸铁锂的“能量—倍率”魔咒 - 碳</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https://news.google.com/rss/articles/CBMiYEFVX3lxTFB4Z3U2dExjZEJFYmtKdjUyQWVDU3VLai1vc2dFODNKNUxoaXZKbXJHZjVpRUt4QnlmQnh2SWNmRWdxNGlkZkdaUlJXYlZvejRzQ082Q1JmY0Y3VVdFYXMyaQ?oc=5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期货午评：中东断供危机引爆橡胶！合成橡胶暴涨5%，碳酸锂崩跌4% - </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https://news.google.com/rss/articles/CBMiXkFVX3lxTE1ZYlQzQlZBSE9sSGlPLVpYN3Z1eWx0Zm5BWHZNVkdNMVlCVHUtRk1WYklVM0gyeGViM2VrWFhjV0EwcGdKVkVxZVEwTnkySlh3WW9vbjl4SWZzUUlYZlE?oc=5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中国限制电池新生产能力扩张，价格或将回升 - 亚洲日报</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https://www.ajudaily.com/view/20260907143670868</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今年退役动力电池预计近50万吨，怎么处理？ - 新浪财经</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https://news.google.com/rss/articles/CBMimAFBVV95cUxNMkxEU1V6eVU2aXlONUpSa0dJVFdIU3RIZEVFenhwTF9pc3N0cjFoekV5cXk2bWppQ29GOWhadlJYNThOTEFnM3VlT2d3MXF0MEZVMjRSU1RhRW8yelpvT2lleWE2MkRXblFOYWNzbWJIeTByQkRmY1dIZGthdzJidExSWW1qUS1BbU1RbWJ1YktqQ2FXM0g5bw?oc=5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小米澎程N70系列发布：五座增程SUV，20.99万元起 - 汽车之家</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https://chejiahao.autohome.com.cn/info/26401163</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磷酸铁锂再获“十年主流”判断，低利润车企呼吁电芯标准化 - 新浪财经</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sgFBVV95cUxPekpOdF9Ba21mR2NXRmxma2RiSGJBOXFCQmpTNFhVZTBtNDBlamhncU40SkI5dUtWU3VYMURMT1NyNDdHUEVmV0ZuUUhHSzV1U29mOUVYNE5BU1EtSUl0aHNsaG1aZjFoZmd5RlEyWnRSX0xDTUdYb3lTOWtqeUt1VE1nTzd6czRiNmdiaE52TkJXMlRUWkRXZ0JjVmdhWVU1ZjI5NlB5R3RaZzVJODIyVXRR?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电驱万物启新程 融合共生向未来——从2026世界动力电池大会看产业发展</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https://news.google.com/rss/articles/CBMiY0FVX3lxTE03cFJ1OHVtS0MtV29jajJtLTdTRXBlSEdnR0JFVnkxaEVaQVRRX2t1VHE3NWtWYnBDeGQxa2o3bDVuZnRkMXJ0SHZiMm5xWWlQUy1fVWJ1N05nd25vN0piNnVRSQ?oc=5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万亿动力电池产业步入新周期：技术风暴不息，谨防竞争失序 - 21财经</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https://news.google.com/rss/articles/CBMilAFBVV95cUxNVmVnWlBnNUtXVVEzZFRvLU9nMlMtZjNTMUFQX2ZWM052NjBPM1hPZll5SWZZdjhmRjhKclEtc0w0aE9RMzdyVkRSdE9GcGI3aXdwWW5oMTJiajJaTlpIaW1PcXpJV3NnXzNZTTVnSUpkNVN5Ul9ObGFnbGlUTjJZZ3hCblhMaExWRmNjTFhWMWZ2NmRL?oc=5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【正极材料周报】71.5万吨磷酸铁锂项目终止！中创新航/万华化学再上磷</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https://www.itdcw.com/news/dczk/0S115L0R026.html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【正极材料周报】盟固利募资加码正极材料项目获批！一矿业巨头公告致歉_电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https://www.itdcw.com/news/dczk/0ZG5M332026.html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规划产能接近2000GWh 头部储能电芯为何“一芯难求”？</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https://www.stcn.com/article/detail/4175967.html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http://www.miit.gov.cn/xwfb/bldhd/art/2026/art_7982b459b09e4adb907255c723f152c8.html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https://www.miit.gov.cn/xwfb/bldhd/art/2026/art_7982b459b09e4adb907255c723f152c8.html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三部门关于2026年度享受增值税加计抵减政策的先进制造业企业名单制定工</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https://www.miit.gov.cn/xwfb/zxzc/art/2026/art_f7a75444808e4e3b8f13b7a84ac733e4.html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2026-09-08</dc:title>
  <dc:subject>LFP daily briefing</dc:subject>
  <dc:creator>lifepo4_brief</dc:creator>
  <cp:lastModifiedBy>lifepo4_brief</cp:lastModifiedBy>
  <cp:revision>1</cp:revision>
  <dcterms:created xsi:type="dcterms:W3CDTF">2026-09-08T02:15:31Z</dcterms:created>
  <dcterms:modified xsi:type="dcterms:W3CDTF">2026-09-08T02:15:31Z</dcterms:modified>
</cp:coreProperties>
</file>