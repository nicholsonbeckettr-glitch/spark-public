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高压实产品需求旺盛与产能门槛并存的格局，头部企业满产满销且利润大增，但四代及以上高压实产品全年需求约169万吨，稳定量产供货企业有限。技术端，快充温控研究显示新一代铁锂电池科学快充下5年衰减可控制在5%，利好快充应用。政策端，固态电池国际标准制定及动力电池大会释放技术升级信号，同时特斯拉换电政策与电池回收体系引发关注。</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今日磷酸铁锂行业呈现高压实产品需求旺盛与产能门槛并存的格局，头部企业满产满销且利润大增，但四代及以上高压实产品全年需求约169万吨，稳定量产供</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今日磷酸铁锂行业呈现高压实产品需求旺盛与产能门槛并存的格局，头部企业满产满销且利润大增，但四代及以上高压实产品全年需求约169万吨，稳定量产供</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磷酸铁锂正极材料头部企业满产满销，利润同比大涨1157%，高压实产品需求旺盛但技术门槛限制大规模量产企业数量；四代及以上高压实产品全年需求约169万吨，供需存在结构性缺口。快</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高压实磷酸铁锂正极材料成为技术竞争焦点，四代及以上产品需求约169万吨/年，但稳定量产企业少。快充技术研究取得进展，清华大学团队证实科学快充策略下新一代铁锂电池5年衰减可控制</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[1][3]</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磷酸铁锂'国家队'正极材料产能满产满销，产销量大幅增长拉动利润大涨1157%，显示头部企业产能利用率处于高位。高压实产品需求约169万吨/年，但稳定量产供货企业有限，订单向头</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磷酸铁锂'国家队'利润大涨1157%，显示头部企业盈利能力显著改善，主要受益于高压实产品满产满销带来的量利齐升。但高压实产品技术门槛限制供给，普通产品可能仍面临价格竞争压力。</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今日磷酸铁锂行业呈现高压实产品需求旺盛与产能门槛并存的格局，头部企业满产满销且利润大增，但四代及以上高压实产品全年需求约169万吨，稳定量产供</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正极材料头部企业满产满销，利润同比大涨1157%，高压实产品需求旺盛但技术门槛限制大规模量产企业数量；四代及以上高压实产品全年需求约169万吨，供需存在结构性缺口。快充技术研究显示新一代铁锂电池科学快充下衰减可控，利好应用端。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来源显示磷酸铁锂'国家队'利润大涨1157%，核心驱动是高压实正极材料满产满销，同时指出受技术门槛限制，具备大规模量产高压实产品的企业数量较少。另一来源量化了四代及以上高压实磷酸铁锂全年需求约169万吨，而稳定量产供货企业有限，两者共同指向高压实产品存在供需缺口。快充研究来自清华大学欧阳明高团队，显示科学快充策略下5年累计衰减可控制在5%，这有助于消除消费者对快充伤电池的顾虑，可能推动快充铁锂电池在乘用车领域渗透率提升。</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需求持续旺盛且量产企业数量有限，则具备技术优势的头部企业有望继续提升市场份额和盈利水平，需跟踪各企业高压实产品产能释放节奏及新进入者量产验证进展。若快充技术研究结论被更多实证数据支持，则可能加速快充铁锂电池在运营车辆和高端乘用车中的标配化，需跟踪主流电池厂快充产品发布及装车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利润同比大涨11</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公开信息：磷酸铁锂正极材料头部企业满产满销，利润同比大涨1157%，</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酸铁锂'国家队'利润大涨11</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公开信息：[1][2][3] 公众号来源显示磷酸铁锂'国家队'利润大</a:t>
            </a:r>
            <a:endParaRPr lang="en-US" sz="840" dirty="0"/>
          </a:p>
        </p:txBody>
      </p:sp>
      <p:sp>
        <p:nvSpPr>
          <p:cNvPr id="32" name="Shape 30"/>
          <p:cNvSpPr/>
          <p:nvPr/>
        </p:nvSpPr>
        <p:spPr>
          <a:xfrm>
            <a:off x="7772400" y="3858768"/>
            <a:ext cx="2560320" cy="786384"/>
          </a:xfrm>
          <a:prstGeom prst="roundRect">
            <a:avLst>
              <a:gd name="adj" fmla="val 4651"/>
            </a:avLst>
          </a:prstGeom>
          <a:solidFill>
            <a:srgbClr val="F4FAF6"/>
          </a:solidFill>
          <a:ln w="7620">
            <a:solidFill>
              <a:srgbClr val="DADADA"/>
            </a:solidFill>
            <a:prstDash val="solid"/>
          </a:ln>
        </p:spPr>
      </p:sp>
      <p:sp>
        <p:nvSpPr>
          <p:cNvPr id="33" name="Text 31"/>
          <p:cNvSpPr/>
          <p:nvPr/>
        </p:nvSpPr>
        <p:spPr>
          <a:xfrm>
            <a:off x="7918704" y="3968496"/>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a:t>
            </a:r>
            <a:endParaRPr lang="en-US" sz="1600" dirty="0"/>
          </a:p>
        </p:txBody>
      </p:sp>
      <p:sp>
        <p:nvSpPr>
          <p:cNvPr id="34" name="Text 32"/>
          <p:cNvSpPr/>
          <p:nvPr/>
        </p:nvSpPr>
        <p:spPr>
          <a:xfrm>
            <a:off x="8759952" y="4032504"/>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充策略下5年累计衰减可控制在</a:t>
            </a:r>
            <a:endParaRPr lang="en-US" sz="820" dirty="0"/>
          </a:p>
        </p:txBody>
      </p:sp>
      <p:sp>
        <p:nvSpPr>
          <p:cNvPr id="35" name="Text 33"/>
          <p:cNvSpPr/>
          <p:nvPr/>
        </p:nvSpPr>
        <p:spPr>
          <a:xfrm>
            <a:off x="7918704" y="4443984"/>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公开信息：快充研究来自清华大学欧阳明高团队，显示科学快充策略下5年累</a:t>
            </a:r>
            <a:endParaRPr lang="en-US" sz="840" dirty="0"/>
          </a:p>
        </p:txBody>
      </p:sp>
      <p:sp>
        <p:nvSpPr>
          <p:cNvPr id="36" name="Text 34"/>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7" name="Shape 35"/>
          <p:cNvSpPr/>
          <p:nvPr/>
        </p:nvSpPr>
        <p:spPr>
          <a:xfrm>
            <a:off x="658368" y="5779008"/>
            <a:ext cx="1463040" cy="292608"/>
          </a:xfrm>
          <a:prstGeom prst="rect">
            <a:avLst/>
          </a:prstGeom>
          <a:solidFill>
            <a:srgbClr val="121212"/>
          </a:solidFill>
          <a:ln w="12700">
            <a:solidFill>
              <a:srgbClr val="121212"/>
            </a:solidFill>
            <a:prstDash val="solid"/>
          </a:ln>
        </p:spPr>
      </p:sp>
      <p:sp>
        <p:nvSpPr>
          <p:cNvPr id="38" name="Text 36"/>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9" name="Text 37"/>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若高压实产品需求持续旺盛且量产企业数量有限，则具备技术优势的头部企业有望继续提升市场份额和盈利水平，需跟踪各企业高压实产品产能释放节奏及新进入者量产验</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正极材料成为技术竞争焦点，四代及以上产品需求约169万吨/年，但稳定量产企业少。快充技术研究取得进展，清华大学团队证实科学快充策略下新一代铁锂电池5年衰减可控制在5%以内，为快充应用提供理论支撑。 [1][3]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技术路线方面，公众号文章明确指出'受技术门槛限制，具备大规模量产高压实产品的企业数量较少'，同时给出四代及以上高压实产品全年需求约169万吨的量化数据，说明技术壁垒正在转化为市场壁垒。快充技术方面，欧阳明高团队2026年研究为快充电池的长期可靠性提供了学术背书，该结论若被行业采纳，可能推动电池厂和车企在快充策略上从'保守限流'转向'科学快充'，进而影响BMS算法和充电桩功率配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技术门槛持续存在，则已实现量产的企业将享受技术溢价，需跟踪各厂商高压实产品出货占比及新产线投产进度。若快充研究结论被电池厂采纳为产品宣传依据，则可能推动快充型铁锂电池在2027年车型中加快标配，需跟踪主流车企快充车型发布计划及实际装车衰减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5%</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以内</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公开信息：快充技术研究取得进展，清华大学团队证实科学快充策略下新一代铁锂电池5年衰减可控制在5%以内，为快充应用提供理论</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若高压实产品技术门槛持续存在，则已实现量产的企业将享受技术溢价，需跟踪各厂商高压实产品出货占比及新产线投产进度</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磷酸铁锂'国家队'正极材料产能满产满销，产销量大幅增长拉动利润大涨1157%，显示头部企业产能利用率处于高位。高压实产品需求约169万吨/年，但稳定量产供货企业有限，订单向头部集中趋势明显。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报道的'利润大涨1157%'与'满产满销'直接关联，表明该企业产能已被下游订单充分消化。结合高压实产品全年需求169万吨但量产企业少的背景，可以推断当前订单正在向具备高压实量产能力的企业集中。这种'结构性供不应求'状态可能促使电池厂通过长单或预付锁定产能，也可能吸引新玩家加速产线建设。但需注意，利润大涨可能部分源于去年同期低基数，需进一步核实绝对利润额和产能规模。</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需求持续释放且头部企业满产状态延续，则相关企业可能启动新一轮扩产或提价，需跟踪头部企业资本开支计划及月度出货量数据。若新进入者高压实产品量产验证顺利，则可能打破当前供给格局，需关注行业展会和技术交流会中的新品发布信息。</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销量大幅增长拉动利润大涨11</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公开信息：磷酸铁锂'国家队'正极材料产能满产满销，产销量大幅增长拉动</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公众号报道的'利润大涨11</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公开信息：[1][2] 公众号报道的'利润大涨1157%'与'满产满</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若高压实产品需求持续释放且头部企业满产状态延续，则相关企业可能启动新一轮扩产或提价，需跟踪头部企业资本开支计划及月度出货量数据</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磷酸铁锂'国家队'利润大涨1157%，显示头部企业盈利能力显著改善，主要受益于高压实产品满产满销带来的量利齐升。但高压实产品技术门槛限制供给，普通产品可能仍面临价格竞争压力。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利润大涨1157%的幅度远超行业平均水平，表明该企业产品结构以高附加值的高压实产品为主，且产能利用率高。公众号文章将利润增长直接归因于'磷酸铁锂正极材料产能满产满销，产销量大幅增长'，说明量增是主要驱动。但需注意，行业整体可能仍处于产能过剩状态，普通规格铁锂正极价格战压力未消。高压实产品与普通产品的价差可能正在拉大，形成'高端紧缺、低端过剩'的分化格局。</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与普通产品价差持续扩大，则具备高压实量产能力的企业盈利弹性更大，需跟踪行业月度均价数据及头部企业毛利率变化。若碳酸锂等原材料价格出现波动，则可能压缩行业整体利润空间，需关注锂盐价格走势及库存周期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酸铁锂'国家队'利润大涨11</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公开信息：磷酸铁锂'国家队'利润大涨1157%，显示头部企业盈利能力</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57%</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的幅度远超行业平均水平</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公开信息：[1] 利润大涨1157%的幅度远超行业平均水平，表明该企</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若高压实产品与普通产品价差持续扩大，则具备高压实量产能力的企业盈利弹性更大，需跟踪行业月度均价数据及头部企业毛利率变化</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政策层面聚焦固态电池国际标准制定，我国首次牵头制定相关国际标准，显示技术标准话语权提升。动力电池大会召开，万钢等权威人士讨论电池'登顶'后发展方向。特斯拉换电政策落地，涉及旧电抵扣和模组维修定价，可能影响电池回收和梯次利用政策走向。 [4][5][6][7]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我国首次牵头制定固态电池国际标准（eet-china和搜狐来源），虽然直接针对固态电池，但可能间接影响磷酸铁锂技术路线预期——若固态电池标准加速落地，可能分流部分研发资源。万钢在动力电池大会的发言（盖世汽车来源）讨论'登顶之后怎么走'，暗示行业从追求能量密度转向全生命周期价值。特斯拉换电政策（autohome来源）中'旧电可抵扣'和'整包报价'涉及电池残值评估，可能推动铁锂电池回收体系标准化，对磷酸铁锂的再生材料供应和成本产生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国际标准加速制定并推广，则可能在中长期改变动力电池技术路线竞争格局，需跟踪标准制定进度及国内主流电池厂固态电池中试线进展。若特斯拉换电政策带动铁锂电池回收残值体系建立，则可能利好具备回收渠道的磷酸铁锂材料企业，需关注回收政策细则及白名单企业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政策层面聚焦固态电池国际标准制定，</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动力电池大会召开，万钢等权威人士讨</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特斯拉换电政策落地，涉及旧电抵扣和</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若固态电池国际标准加速制定并推广，则可能在中长期改变动力电池技术路线竞争格局，需跟踪标准制定进度及国内主流电池厂固态电池中试线进展</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印度博主对比中印电池研发战略，提及比亚迪、JSW、信实等企业，显示印度市场对磷酸铁锂电池技术路线的关注。特斯拉换电政策采用磷酸铁锂电池，其旧电抵扣和模组定价策略可能影响其他车企的电池服务模式。 [8][9][7]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依据：[8][9][7]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浪新闻转载的印度博主对比文章（两个来源）将比亚迪与中国电池战略并列，提及JSW和信实等印度企业，说明磷酸铁锂技术路线在印度市场受到关注，可能影响中国铁锂企业的海外出口和本地化布局。特斯拉换电政策（autohome来源）涉及磷酸铁锂电池的模组维修定价近三万、整包报价，这一价格体系可能成为行业参照，影响其他车企对铁锂电池残值的评估标准。两个信息点共同指向磷酸铁锂电池在海外市场和换电模式中的角色正在深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印度市场对磷酸铁锂技术路线关注度持续提升，则可能吸引中国铁锂企业通过技术授权或本地建厂方式进入印度市场，需跟踪印度电池政策及中国企业的海外产能公告。若特斯拉换电模式被验证可行，则可能推动磷酸铁锂电池在换电车型中的占比提升，需跟踪其他车企换电车型发布计划及电池包标准化进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印度博主对比中印电池研发战</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特斯拉换电政策采用磷酸铁锂</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[8][9][7] 新浪新</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印度博主对比中印电池研发战</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若印度市场对磷酸铁锂技术路线关注度持续提升，则可能吸引中国铁锂企业通过技术授权或本地建厂方式进入印度市场，需跟踪印度电池政策及中国企业的海外产能公告</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6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高压实产品结构性供不应求，头部企业量利齐升；快充技术研究利好应用端。风险：普通产品产能过剩压力未消；固态电池标准制定可能分流资源。观察：动力电池大会技术方向讨论、特斯拉换电政策对铁锂电池残值体系的影响、印度市场战略动向。 [1][3][4][6][7][9]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依据：[1][3][4][6][7][9]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各来源，当前行业呈现'高端紧缺、低端过剩'的分化格局。高压实产品需求169万吨但量产企业少（公众号来源），为具备技术优势的企业创造窗口期。快充研究结论（公众号来源）可能消除消费者顾虑，扩大铁锂电池应用场景。但需警惕：固态电池国际标准制定（eet-china来源）可能在中长期改变竞争格局；动力电池大会讨论'登顶之后'（盖世汽车来源）暗示行业增长模式可能从规模扩张转向价值挖掘。特斯拉换电政策（autohome来源）和印度市场关注（新浪来</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供需缺口持续，则相关企业有望在2026年下半年维持高盈利，需跟踪月度排产和新增产能投产进度。若固态电池标准制定加速，则可能影响磷酸铁锂中长期需求预期，需关注标准发布节点及头部电池厂技术路线切换信号。若特斯拉换电模式带动铁锂电池残值体系完善，则可能利好电池回收和梯次利用产业链，需跟踪换电车型销量及回收政策配套进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机会：高压实产品结构性供不</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快充技术研究利好应用端</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风险：普通产品产能过剩压力</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机会：高压实产品结构性供不</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若高压实产品供需缺口持续，则相关企业有望在2026年下半年维持高盈利，需跟踪月度排产和新增产能投产进度</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磷酸铁锂“国家队”利润大涨1157%!</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pdPLZ6kPlGPK0WG0wU_k_9PkevZ9PXk1qXa8Fplpd9XNuiQ_52_fu_xvmtUyrfSUIarQwwOxuAKXOugzbhIbCAv0Mi1cGVQTH5BqRaBzE5sA2DU01qDrG0ybF4rgc-lOuuyJ-UmiKxh0UJM4Nn09Fus_abcfE27MmZPQMEOVh3UCG0EclaPvKaC1XJJNOdW0T11zdJunh67t42VycMMjzdrgozfSg6bw..&amp;type=2&amp;query=%E9%93%81%E9%94%82 %E9%AB%98%E5%8E%8B%E5%AE%9E %E6%AD%A3%E6%9E%81%E6%9D%90%E6%96%99 %E9%87%8F%E4%BA%A7&amp;token=CEE198F45A8AB7142C2A77A783B3C5DC2D4273546A98D796</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【案例分享】从 ＂废料＂ 到 ＂正极材料＂:140 万吨硫酸亚铁的百亿</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pdPLZ6kPlGTVEzJsBYJf_9PkevZ9PXk1qXa8Fplpd9iDBwJJP4I46bDIPCZjluTNYHRAn2U7E0gvtGQ3nb480sxIsY86Mv0Yu2afNdkvsA9H8Xl9Ty8BSJDtST4dV9yN-HxOttwwUVSxjGPrGlK0uUpb6jVRbnoD6H9xS_n3k4bfrvIEHhjRHOKKZyimtZ-14soVlqyL94kgJg8mVhT9uq3X8EKMKOIA..&amp;type=2&amp;query=%E9%93%81%E9%94%82 %E9%AB%98%E5%8E%8B%E5%AE%9E %E6%AD%A3%E6%9E%81%E6%9D%90%E6%96%99 %E9%87%8F%E4%BA%A7&amp;token=CEE1A4E92DFBC1655B5D06D1F3E20FB35CC052616A98D799</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快充伤电池?不是功率大,而是温控没跟上</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pdPLZ6kPlG8UIBI6-TUTT9PkevZ9PXk1qXa8Fplpd90KVHom79UvtBO2wt3-_azydF7sq0A0XkXx3cJxLTrg1XXo4-_pdtNGVHmOgs7vuQphRHE6-khsLQfocfzZsMWtslEPJYNd8PXwnkONGNdv09Km3SQ4-T8cviMCPjClxdxtNTIhPUujGnZ1CPhyqlRWD8vm8lZ7G8gVbR35cm_fzy08OLTBhW0A..&amp;type=2&amp;query=%E9%93%81%E9%94%82 %E5%BF%AB%E5%85%85 %E7%94%B5%E8%8A%AF %E5%8F%91%E5%B8%83&amp;token=CEE1C15E3DEBD6754B4D16C6FB4CFE634C2773146A98D79D</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在固态电池领域，我国首次牵头制定国际标准</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https://www.eet-china.com/mp/a521942.html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制定“标尺”，中国引领全球固态电池产业规则</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https://m.sohu.com/a/1071252167_121620820?scm=10001.325_13-325_13.0.0-0-0-0-0.5_1334</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万钢：动力电池“登顶”之后，下一步怎么走 - 盖世汽车社区</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https://news.google.com/rss/articles/CBMiUEFVX3lxTFBrVG83RzNuRjZfSXNkUGZOb1BKZmJ5dTh2Vzl0VVI5TGtjeWdmQnJ6dklMSVcxcjJ1Nm4tWnVnMEg5UXpfX2tjSzlhUjBtOVZy?oc=5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特斯拉首批换电政策：旧电可抵扣，维修模组近三万，整包报价慌了</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https://chejiahao.autohome.com.cn/info/26364539</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印度博主对比中印电池研发战略|印度人|比亚迪|中国|印度|jsw|信实</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https://news.google.com/rss/articles/CBMiY0FVX3lxTE1BWndyQ2h4UGlfT0FydlpUNEZ0cnBuSFNoMG9qcnZZbTlfaFJFMkxPM2wwdWpFeXRJa3FVMTJmeGZkUkRyWG9NaGtLOFppM241QjN6S3oxS0ttSmtRcWU2VWowSQ?oc=5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印度博主对比中印电池研发战略|印度人|比亚迪|中国|印度|jsw|信实</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https://www.sina.cn/news/detail/5338680110615061.html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2026-09-03</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2026-09-03</dc:title>
  <dc:subject>LFP daily briefing</dc:subject>
  <dc:creator>lifepo4_brief</dc:creator>
  <cp:lastModifiedBy>lifepo4_brief</cp:lastModifiedBy>
  <cp:revision>1</cp:revision>
  <dcterms:created xsi:type="dcterms:W3CDTF">2026-09-03T02:13:40Z</dcterms:created>
  <dcterms:modified xsi:type="dcterms:W3CDTF">2026-09-03T02:13:40Z</dcterms:modified>
</cp:coreProperties>
</file>