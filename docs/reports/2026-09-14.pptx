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信号密集：富临精工与宁德时代合资的35万吨高压实磷酸铁锂项目B区首批产品下线，供给端再添大产能；同时锂电厂商集体涨价，市场讨论消费税传导与顺势抬价；政策端“产能预警调控”首次写入五年规划，汽车产业链整合预期升温。高压实产品放量可能加剧结构性竞争，涨价能否持续取决于需求承接与政策执行，需跟踪项目爬产进度、电芯价格传导及产能调控细则。</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今日磷酸铁锂行业信号密集：富临精工与宁德时代合资的35万吨高压实磷酸铁锂项目B区首批产品下线，供给端再添大产能；同时锂电厂商集体涨价，市场讨论</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今日磷酸铁锂行业信号密集：富临精工与宁德时代合资的35万吨高压实磷酸铁锂项目B区首批产品下线，供给端再添大产能；同时锂电厂商集体涨价，市场讨论</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富临精工与宁德时代合资的四川德阿产业园年产35万吨高压实磷酸铁锂项目B区首批产品下线，国内正极材料供给再添巨擘；同日锂电厂商集体涨价，市场争议消费税传导与顺势抬价；政策端“产</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富临精工与宁德时代合资的35万吨高压实磷酸铁锂项目B区首批产品下线，标志高压实路线产业化加速；同时固态电池标准征求意见稿发布，路线获优先推荐，30+企业布局产能超百GWh。高</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[1][4]</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富临精工与宁德时代合资的35万吨高压实磷酸铁锂项目B区首批产品下线，深度绑定宁德时代；金川瑞翔IPO豪赌磷酸铁锂，从三元龙头转型；电力设备行业周报显示锂电旺季材料价格上行，宁</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[1][5][6]</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2194560"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锂电厂商集体掀起涨价潮，市场争议是真消费税传导还是顺势抬价；电力设备行业周报显示锂电旺季材料价格上行。涨价若落地，可能缓解材料厂盈利压力，但需观察下游接受程度。</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[2][7][6]</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今日磷酸铁锂行业信号密集：富临精工与宁德时代合资的35万吨高压实磷酸铁锂项目B区首批产品下线，供给端再添大产能；同时锂电厂商集体涨价，市场讨论</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富临精工与宁德时代合资的四川德阿产业园年产35万吨高压实磷酸铁锂项目B区首批产品下线，国内正极材料供给再添巨擘；同日锂电厂商集体涨价，市场争议消费税传导与顺势抬价；政策端“产能预警调控”首次写入行业五年规划，产业链整合预期升温。供给放量、价格博弈与政策调控三重信号交织，行业可能进入结构性分化阶段。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项目投产直接增加高端正极材料供给，与宁德时代深度绑定可能强化其供应链控制力；涨价潮若由消费税传导，则成本压力可能向下游电芯和整车转移，若为顺势抬价则反映短期供需错配；产能预警调控写入规划，可能抑制低端重复建设，加速落后产能出清。三者关联在于：供给增加与政策调控可能对冲涨价持续性，而高端产能扩张可能挤压中小厂商。需验证项目实际爬产速度、涨价落地情况以及调控政策的具体执行力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项目爬产顺利且下游需求不及预期，则高端磷酸铁锂价格可能承压，中小厂商利润空间受挤压；若消费税传导落地且产能调控严格执行，则行业集中度可能提升，头部企业议价能力增强。跟踪指标：项目月度产量、电芯价格、产能预警调控细则。证据边界：项目实际产出数据未披露，涨价传导幅度待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富临精工与宁德时代合资的四</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同日锂电厂商集体涨价，市场</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政策端“产能预警调控”首次</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富临精工与宁德时代合资的四</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若高压实项目爬产顺利且下游需求不及预期，则高端磷酸铁锂价格可能承压，中小厂商利润空间受挤压</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富临精工与宁德时代合资的35万吨高压实磷酸铁锂项目B区首批产品下线，标志高压实路线产业化加速；同时固态电池标准征求意见稿发布，路线获优先推荐，30+企业布局产能超百GWh。高压实磷酸铁锂与固态电池并行发展，分别瞄准现有动力电池性能提升和下一代技术储备。 [1][4]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通过提升压实密度增加能量密度，是当前磷酸铁锂技术升级的主要方向，与宁德时代绑定有助于快速导入供应链；固态电池标准征求意见则可能引导中长期研发资源倾斜，但短期内对磷酸铁锂主流地位影响有限。两者关系在于：高压实路线满足近期市场需求，固态电池代表远期替代风险，企业需平衡短期放量与长期技术布局。需验证高压实产品的实际性能参数、客户认证进度以及固态电池标准的最终落地时间。</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获得更多电芯厂认证，则磷酸铁锂在动力电池中的份额可能进一步提升；若固态电池标准加速落地并获政策倾斜，则中长期可能分流研发资源，但短期内磷酸铁锂仍为主流。跟踪指标：高压实产品客户认证数量、固态电池标准正式稿发布时间。证据边界：高压实产品性能数据未公开，固态电池产业化时间表不确定。</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富临精工与宁德时代合资的3</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同时固态电池标准征求意见稿</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高压实磷酸铁锂与固态电池并</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富临精工与宁德时代合资的3</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若高压实产品获得更多电芯厂认证，则磷酸铁锂在动力电池中的份额可能进一步提升</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富临精工与宁德时代合资的35万吨高压实磷酸铁锂项目B区首批产品下线，深度绑定宁德时代；金川瑞翔IPO豪赌磷酸铁锂，从三元龙头转型；电力设备行业周报显示锂电旺季材料价格上行，宁德时代开启回购。产能扩张与客户绑定并行，头部企业加速抢占市场份额。 [1][5][6]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依据：[1][5][6]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富临精工项目投产直接增加高压实磷酸铁锂供给，且与宁德时代合资确保下游消纳；金川瑞翔从三元转型磷酸铁锂，反映行业技术路线切换趋势，IPO融资可能进一步扩大产能；宁德时代回购和材料价格上行传递旺季需求信号。三者关联在于：头部电池厂通过合资、回购等方式强化供应链控制，材料厂则通过扩产和转型争夺订单，行业集中度可能提升。需验证金川瑞翔IPO进展、富临精工项目实际订单量以及宁德时代回购的后续动作。</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富临精工项目产能顺利释放且宁德时代采购量稳定，则其市场份额可能快速提升，挤压其他正极材料厂订单；若金川瑞翔IPO成功并扩大磷酸铁锂产能，则行业供给进一步增加，价格竞争可能加剧。跟踪指标：富临精工月度出货量、金川瑞翔IPO审核进度、宁德时代电池产量。证据边界：项目实际产出和订单数据未披露，IPO结果不确定。</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产能</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富临精工与宁德时代合资的35万吨高</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客户</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金川瑞翔IPO豪赌磷酸铁锂，从三元</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落地</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电力设备行业周报显示锂电旺季材料价</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若富临精工项目产能顺利释放且宁德时代采购量稳定，则其市场份额可能快速提升，挤压其他正极材料厂订单</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锂电厂商集体掀起涨价潮，市场争议是真消费税传导还是顺势抬价；电力设备行业周报显示锂电旺季材料价格上行。涨价若落地，可能缓解材料厂盈利压力，但需观察下游接受程度。 [2][7][6]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依据：[2][7][6]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消费税传导若属实，则成本上升将沿产业链向下转移，材料厂和电芯厂可能通过涨价维持利润；若为顺势抬价，则反映短期供需错配，旺季需求支撑价格。两者区别在于持续性：成本推动型涨价可能长期化，而供需型涨价可能随旺季结束回落。关联信号包括材料价格上行和宁德时代回购，均指向短期需求向好。需验证涨价实际执行幅度、下游电芯厂接受度以及消费税政策细节。</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涨价由消费税传导且下游接受，则磷酸铁锂材料厂盈利可能改善，但电芯和整车成本上升可能抑制需求；若为顺势抬价且需求转弱，则价格可能快速回落，高成本产能面临亏损。跟踪指标：电芯价格、碳酸锂价格、消费税政策落地情况。证据边界：涨价实际成交价未披露，消费税传导机制不明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锂电厂商集体掀起涨价潮，市</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电力设备行业周报显示锂电旺</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涨价若落地，可能缓解材料厂</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锂电厂商集体掀起涨价潮，市</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若涨价由消费税传导且下游接受，则磷酸铁锂材料厂盈利可能改善，但电芯和整车成本上升可能抑制需求</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产能预警调控”首次写入行业五年规划，汽车产业链整合预期升温；韩国制定反间谍法保护半导体、动力电池和AI等关键技术，剑指中国；固态电池标准征求意见稿发布。政策端一方面调控国内产能，另一方面海外技术保护主义抬头，行业面临合规与竞争双重压力。 [3][8][4]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依据：[3][8][4]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产能预警调控可能抑制低端磷酸铁锂重复建设，加速落后产能出清，利好头部企业；韩国反间谍法可能增加中国电池企业海外技术合作与市场拓展的合规风险；固态电池标准征求意见则引导技术方向。三者关联在于：国内政策推动产业升级，海外政策设置壁垒，企业需在技术升级和全球化布局中平衡风险。需验证产能预警调控的具体执行细则、韩国反间谍法对中企的实际影响以及固态电池标准的最终内容。</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产能预警调控严格执行，则中小磷酸铁锂厂商扩产受限，行业集中度可能提升；若韩国反间谍法扩大适用范围，则中国电池企业海外技术合作可能受阻，出海成本增加。跟踪指标：产能预警调控细则、韩国反间谍法执法案例、固态电池标准正式稿。证据边界：政策执行力度和海外影响程度尚不明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“产能预警调控”首次写入行业五年规</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韩国制定反间谍法保护半导体、动力电</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固态电池标准征求意见稿发布</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若产能预警调控严格执行，则中小磷酸铁锂厂商扩产受限，行业集中度可能提升</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2026款MG4电池采用半固态下放10万级，续航530km+20分钟快充；固态电池标准征求意见稿发布，30+企业布局产能超百GWh。半固态和固态电池在低端车型渗透，可能对磷酸铁锂形成替代压力，但短期内成本和技术成熟度仍是瓶颈。 [9][4]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依据：[9][4]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半固态电池下放至10万级车型，表明新技术开始向主流市场渗透，可能分流部分磷酸铁锂需求；固态电池标准征求意见和大量企业布局，预示中长期技术替代趋势。关联信号包括高压实磷酸铁锂项目投产，反映现有技术仍在升级以应对竞争。需验证半固态电池的实际成本、产能规模以及消费者接受度，固态电池产业化时间表。</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半固态电池成本快速下降并扩大装车，则磷酸铁锂在低端车型份额可能被侵蚀；若固态电池标准加速落地并获政策支持，则长期替代风险上升。跟踪指标：半固态电池装车量、固态电池量产时间、磷酸铁锂成本下降空间。证据边界：半固态电池实际性能和经济性未经验证，固态电池产业化尚早。</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2026款MG4电池采用半</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固态电池标准征求意见稿发布</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半固态和固态电池在低端车型</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2026款MG4电池采用半</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若半固态电池成本快速下降并扩大装车，则磷酸铁锂在低端车型份额可能被侵蚀</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高压实项目放量可能加剧供给过剩，涨价持续性存疑，海外政策保护主义抬头；机会：产能预警调控加速出清，头部企业绑定大客户，旺季需求支撑价格；观察：项目爬产进度、涨价落地情况、政策执行细则、竞品技术渗透。 [1][2][3][9]</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依据：[1][2][3][9]</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供给端高压实产能扩张与政策调控形成对冲，若需求不及预期则价格承压；需求端旺季和涨价潮提供短期支撑，但消费税传导和下游接受度是关键变量；政策端国内调控利好头部，海外壁垒增加出海风险；技术端半固态和固态电池构成中长期替代威胁。需持续跟踪富临精工项目产出、电芯价格走势、产能预警调控执行情况以及半固态电池装车数据。</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项目爬产超预期且需求走弱，则磷酸铁锂价格可能下跌，行业盈利分化；若产能预警调控严格执行且旺季需求持续，则头部企业盈利可能改善。跟踪指标：富临精工月度产量、电芯价格、产能预警调控细则、半固态电池装车量。证据边界：项目产出和需求数据滞后，政策执行力度待观察。</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风险：高压实项目放量可能加</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机会：产能预警调控加速出清</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观察：项目爬产进度、涨价落</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风险：高压实项目放量可能加</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若高压实项目爬产超预期且需求走弱，则磷酸铁锂价格可能下跌，行业盈利分化</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年产35万吨高压实磷酸铁锂项目B区首批产品下线 第34期</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U3vLmM-br5KKdrBoiCHxbh_Y0El9f1zFqXa8Fplpd9844hGmHOOFQknEvtG6WZ8x7SXsM7RHKBDHgci7Djltucv6licIJyWJhK0XDV25ypfKsv-Qx67h7YgkAXIm4SnPkOWWevdCUyXLnPDLvoEUomNRorPgwFBWx1rfvPYyE3kvpqZQZaiIjzilJy3uKiwU-Ds8rnu_OGRbQ0B_58v6sGX_iHL9MadA..&amp;type=2&amp;query=%E7%A3%B7%E9%85%B8%E9%93%81%E9%94%82 %E9%AB%98%E5%8E%8B%E5%AE%9E %E6%AD%A3%E6%9E%81%E6%9D%90%E6%96%99&amp;token=216556BA5668E4B0A5A3FFCC9AD763ADA5DF8C436AA75CC7</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锂电厂商集体掀起涨价潮！是真消费税传导，还是顺势抬价？_车市动态 - </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http://auto.cnfol.com/cheshidongtai/20260914/32368433.shtml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“产能预警调控”首次写入行业五年规划 汽车产业链整合预期升温 - 证券</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https://www.stcn.com/article/detail/4183222.html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固态电池标准征求意见稿发布，“乐动欢迎您”路线获优先推荐，30+企业布</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https://www.ttplus.cn/wiki/l2x3lcji/</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深度绑定“宁王”成三元龙头，金川瑞翔IPO豪赌磷酸铁锂 - 新浪网</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https://news.google.com/rss/articles/CBMicEFVX3lxTE9TNW9RSzB4amVxT0M1ZmRVU18xdGtSSnZITVh4aU0yS2UzVXF1QnZ4R3R5TUNOdk95ZVhJSkVBY0dsWjg5VTR4NjVTa2JKdkY2T2tpUjBHeEdXbkh5X0dOcUp4b1BMVGV3Z0ZWYUprdXM?oc=5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电力设备行业周报：锂电旺季材料价格上行，宁德开启回购板块升温有望_行业</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https://stock.stockstar.com/JC2026091300009835.shtml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锂电厂商集体掀起涨价潮！是真消费税传导，还是顺势抬价？ - 盖世汽车</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https://auto.gasgoo.com/news/202609/14I70471861C103.shtml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剑指中国？韩国制定反间谍法保护半导体，动力电池和AI等关键技术 - 凤</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https://news.google.com/rss/articles/CBMiTEFVX3lxTE05VTBUVjQxeURmRUR6VVd5bEFGNGdua0JHV0hoRklXdUxrS1dYdUxqMjlYcFBHUGxqTW8wQlhSaTYxRlZwQTRkaGk3Wkw?oc=5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2026款MG4电池真香？半固态下放10万级，续航530km+20分钟</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https://k.sina.com.cn/article_7879996684_1d5af350c06801nxuk.html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35万吨！富临精工与宁德时代合资高压实磷酸铁锂项目有新进展_电池网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https://www.itdcw.com/news/focus/091215N242026.html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正力新能上半年动力电池收入45.77亿元 储能电池收入增长近8倍_电池网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https://www.itdcw.com/news/qiye/0Z115L232026.html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2026-09-14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【正极材料周报】盟固利募资加码正极材料项目获批！一矿业巨头公告致歉_电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https://www.itdcw.com/news/dczk/0ZG5M332026.html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国际电信联盟第七届世界电信/信息通信技术政策论坛在巴哈马拿骚召开</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http://www.miit.gov.cn/xwfb/bldhd/art/2026/art_7982b459b09e4adb907255c723f152c8.html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国际电信联盟第七届世界电信/信息通信技术政策论坛在巴哈马拿骚召开</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https://www.miit.gov.cn/xwfb/bldhd/art/2026/art_7982b459b09e4adb907255c723f152c8.html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三部门关于2026年度享受增值税加计抵减政策的先进制造业企业名单制定工</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https://www.miit.gov.cn/xwfb/zxzc/art/2026/art_f7a75444808e4e3b8f13b7a84ac733e4.html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2026-09-14</dc:title>
  <dc:subject>LFP daily briefing</dc:subject>
  <dc:creator>lifepo4_brief</dc:creator>
  <cp:lastModifiedBy>lifepo4_brief</cp:lastModifiedBy>
  <cp:revision>1</cp:revision>
  <dcterms:created xsi:type="dcterms:W3CDTF">2026-09-14T02:33:50Z</dcterms:created>
  <dcterms:modified xsi:type="dcterms:W3CDTF">2026-09-14T02:33:50Z</dcterms:modified>
</cp:coreProperties>
</file>