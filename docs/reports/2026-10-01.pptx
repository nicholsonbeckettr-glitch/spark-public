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高压实产能加速与成本压力并存的格局。四川富临新材料35万吨正极材料项目B区首批产品下线，预计Q4满产，叠加中国企业海外LFP产能占全球海外总产能52%，供给端扩张明显；但碳酸锂价格失守12万元/吨，成本支撑减弱，叠加电池消费税落地，产业链盈利承压。政策端，四部门支持新能源公交车及动力电池更新，电池回收行业加速洗牌，头部集中度提升。整体看，技术迭代与产能释放并行，但价格与政策风险需持续跟踪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今日磷酸铁锂行业呈现高压实产能加速与成本压力并存的格局。四川富临新材料35万吨正极材料项目B区首批产品下线，预计Q4满产，叠加中国企业海外LF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今日磷酸铁锂行业呈现高压实产能加速与成本压力并存的格局。四川富临新材料35万吨正极材料项目B区首批产品下线，预计Q4满产，叠加中国企业海外LF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高压实磷酸铁锂产能加速释放，四川富临新材料35万吨项目B区首批产品下线，预计Q4满产；中国企业海外LFP产能占全球海外总产能52%，供给端扩张显著。但碳酸锂价格失守12万元/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877824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高压实磷酸铁锂技术迭代加速，四川富临新材料年产35万吨项目B区首批产品下线，预计Q4实现满产量产；欧阳明高院士提及四代高压实LFP电芯能量密度，行业向高能量密度、高压实方向演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四川富临新材料35万吨正极材料项目B区首批产品下线，预计Q4满产；中国企业海外LFP产能占全球海外总产能52%，出海布局加速。国轩高科联手大众豪掷246亿元扩产，全球动力电池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[4][5]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碳酸锂价格失守12万元/吨，旺季不涨反跌，成本支撑减弱；电池消费税9月落地，增加终端购车成本，可能抑制需求。正极材料企业面临成本下移但价格竞争加剧的双重压力，盈利空间可能收窄。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[2][6]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今日磷酸铁锂行业呈现高压实产能加速与成本压力并存的格局。四川富临新材料35万吨正极材料项目B区首批产品下线，预计Q4满产，叠加中国企业海外LF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产能加速释放，四川富临新材料35万吨项目B区首批产品下线，预计Q4满产；中国企业海外LFP产能占全球海外总产能52%，供给端扩张显著。但碳酸锂价格失守12万元/吨，成本支撑减弱，叠加电池消费税落地，产业链盈利压力加大。政策端支持新能源公交车及动力电池更新，电池回收行业加速洗牌。整体看，技术升级与产能释放并行，但价格与政策风险需警惕。 [1][2]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产能释放与碳酸锂价格下跌形成供需博弈：产能扩张可能加剧短期供给过剩，而成本下移虽缓解正极材料企业压力，却削弱价格支撑，传导至电芯环节可能引发降价竞争。电池消费税落地增加终端成本，或抑制部分需求。政策支持更新与回收洗牌则利好头部企业。需验证：Q4实际需求能否消化新增产能；碳酸锂价格是否继续下探；消费税对购车决策的实际影响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Q4高压实产能如期满产且碳酸锂价格持续低于12万元/吨，则正极材料企业可能面临量增利减，电芯价格竞争加剧；若电池消费税导致终端需求放缓，则产业链库存压力上升。跟踪指标：碳酸锂现货价格、正极材料开工率、电芯价格、新能源车销量。证据边界：当前判断基于公开新闻，实际供需受多因素影响，需持续验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外LFP产能占全球海外总产能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公开信息：中国企业海外LFP产能占全球海外总产能52%，供给端扩张显著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若Q4高压实产能如期满产且碳酸锂价格持续低于12万元/吨，则正极材料企业可能面临量增利减，电芯价格竞争加剧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技术迭代加速，四川富临新材料年产35万吨项目B区首批产品下线，预计Q4实现满产量产；欧阳明高院士提及四代高压实LFP电芯能量密度，行业向高能量密度、高压实方向演进。锰系与磷酸铁锂材料前沿技术成为行业会议焦点，技术路线多元化趋势明显。 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LFP通过提升压实密度增加能量密度，满足中高端车型续航需求，可能挤压三元电池部分市场。富临项目投产标志高压实产能从规划进入落地，但技术扩散可能引发同质化竞争。锰系材料作为潜在替代路线，若成本与性能突破，可能分流LFP需求。需验证：四代高压实电芯的实际量产时间与性能参数；锰系材料的商业化进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四代高压实LFP电芯在2027年实现规模化量产，则可能推动LFP在高端车型渗透率提升，进一步替代三元电池；若锰系材料成本下降超预期，则可能对LFP形成替代威胁。跟踪指标：高压实LFP电芯能量密度、量产时间表、锰系材料成本。证据边界：技术路线演进受研发进度与市场需求影响，存在不确定性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高压实磷酸铁锂技术迭代加速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欧阳明高院士提及四代高压实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锰系与磷酸铁锂材料前沿技术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高压实磷酸铁锂技术迭代加速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若四代高压实LFP电芯在2027年实现规模化量产，则可能推动LFP在高端车型渗透率提升，进一步替代三元电池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富临新材料35万吨正极材料项目B区首批产品下线，预计Q4满产；中国企业海外LFP产能占全球海外总产能52%，出海布局加速。国轩高科联手大众豪掷246亿元扩产，全球动力电池格局生变。供给端扩张显著，但需关注下游需求匹配度。 [4][5]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富临项目投产增加高压实LFP供给，可能加剧国内竞争；海外产能占比高显示中国企业在全球LFP供应链主导地位，但贸易壁垒风险需警惕。国轩高科与大众合资扩产，可能锁定下游订单，提升市场集中度。需验证：新增产能的客户绑定情况；海外产能的实际利用率；国轩合资项目的具体产能规划与投产时间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下游需求增速不及产能扩张速度，则LFP正极材料价格可能进一步承压，行业开工率分化；若海外贸易政策收紧，则中国企业海外产能利用率可能下降。跟踪指标：LFP正极材料价格、行业开工率、海外电池产能政策。证据边界：产能与需求匹配受宏观经济、政策等多因素影响，需动态评估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外LFP产能占全球海外总产能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公开信息：中国企业海外LFP产能占全球海外总产能52%，出海布局加速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若下游需求增速不及产能扩张速度，则LFP正极材料价格可能进一步承压，行业开工率分化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碳酸锂价格失守12万元/吨，旺季不涨反跌，成本支撑减弱；电池消费税9月落地，增加终端购车成本，可能抑制需求。正极材料企业面临成本下移但价格竞争加剧的双重压力，盈利空间可能收窄。 [2][6]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价格下跌降低正极材料生产成本，但同时也削弱价格支撑，电芯环节可能要求降价，传导至正极材料企业利润受挤压。电池消费税落地直接提高电动车购置成本，若需求弹性较大，可能延缓销量增速，进一步加剧产业链库存压力。需验证：碳酸锂价格下跌是否因供给过剩；消费税对购车决策的实际影响幅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持续低于12万元/吨且消费税抑制需求，则正极材料企业盈利可能进一步恶化，行业洗牌加速；若需求韧性超预期，则价格压力可能缓解。跟踪指标：碳酸锂现货价格、正极材料毛利率、新能源车月度销量。证据边界：价格与需求受多重因素影响，需结合宏观数据综合判断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45552" y="3063240"/>
            <a:ext cx="2432304" cy="0"/>
          </a:xfrm>
          <a:prstGeom prst="line">
            <a:avLst/>
          </a:prstGeom>
          <a:noFill/>
          <a:ln w="15240">
            <a:solidFill>
              <a:srgbClr val="4870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2889504"/>
            <a:ext cx="384048" cy="347472"/>
          </a:xfrm>
          <a:prstGeom prst="rightArrow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33101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028432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碳酸锂价格失守12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8686800" y="3063240"/>
            <a:ext cx="402336" cy="685800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3639312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373989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8522208" y="4005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电池消费税9月落地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9345168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98864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0304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9180576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正极材料企业面临成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7726680" y="45171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参考鱼骨图逻辑，只表达来源文本中的原因和影响。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若碳酸锂价格持续低于12万元/吨且消费税抑制需求，则正极材料企业盈利可能进一步恶化，行业洗牌加速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交通运输部等四部门支持新能源公交车及动力电池更新，利好LFP需求；电池回收行业迎洗牌，超九成企业可能出局，头部集中度提升。车企重构动力电池定义权与安全兜底责任，合规要求趋严。 [7][8]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依据：[7][8]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支持公交车及电池更新，为LFP电池提供稳定需求增量，尤其利好与公交系统绑定的电池企业。回收行业洗牌提高环保与资源利用效率，但短期内可能增加合规成本，头部企业受益。车企强化电池安全责任，可能推动电池标准统一，增加技术门槛。需验证：公交车更新具体规模；回收行业新规执行力度；车企安全责任的具体要求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公交车更新政策加速落地，则LFP电池需求可能超预期；若回收行业洗牌导致原材料供应短期紧张，则碳酸锂价格可能获得支撑。跟踪指标：公交车更新招标量、回收企业退出数量、电池安全标准发布。证据边界：政策执行力度与行业反应存在时滞，需持续观察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交通运输部等四部门支持新能源公交车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电池回收行业迎洗牌，超九成企业可能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车企重构动力电池定义权与安全兜底责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若公交车更新政策加速落地，则LFP电池需求可能超预期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国轩高科联手大众豪掷246亿元扩产，全球动力电池格局标志性事件，可能加剧LFP电池竞争；杰瑞锂电负极业务稳步爬坡，装备一体化优势构筑长期竞争力，但负极与正极路线竞争关系需关注。 [5][9]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依据：[5][9]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轩高科与大众合资扩产，可能锁定大众订单，提升市场份额，对其它LFP电池企业形成压力。杰瑞负极业务爬坡，若负极材料性能提升，可能间接影响正极材料需求结构。需验证：国轩合资项目的产能释放节奏；杰瑞负极业务的实际进展与客户导入情况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国轩高科合资项目产能快速释放，则LFP电池价格竞争可能加剧，二三线企业生存压力增大；若杰瑞负极业务取得突破，则可能改变电池材料竞争格局。跟踪指标：国轩高科电池装机量、杰瑞负极出货量。证据边界：竞品动态受企业战略与市场环境影响，需持续跟踪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国轩高科联手大众豪掷246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杰瑞锂电负极业务稳步爬坡，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[5][9] 国轩高科与大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国轩高科联手大众豪掷246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若国轩高科合资项目产能快速释放，则LFP电池价格竞争可能加剧，二三线企业生存压力增大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风险：碳酸锂价格下跌与电池消费税可能压制需求，产能扩张加剧供给过剩；机会：政策支持公交车更新与电池回收洗牌利好头部企业；观察：高压实LFP量产进度、海外贸易政策变化、车企电池安全责任落地。 [1][10]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依据：[1][10]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行业处于技术升级与产能释放期，价格下行与政策调整交织，企业盈利分化可能加剧。高压实LFP量产若顺利，可提升产品竞争力；但若需求不及预期，则产能过剩风险上升。电池回收洗牌可能提高原材料供应集中度，长期利好资源循环。需验证：Q4终端需求数据；海外LFP产能政策；回收行业新规执行效果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Q4新能源车销量因消费税放缓，则LFP正极材料企业可能面临库存累积与降价压力；若海外贸易壁垒升级，则中国LFP出海企业可能受阻。跟踪指标：新能源车月度销量、碳酸锂库存、海外电池贸易政策。证据边界：风险与机会受多因素动态影响，需结合最新数据调整判断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风险：碳酸锂价格下跌与电池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机会：政策支持公交车更新与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观察：高压实LFP量产进度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风险：碳酸锂价格下跌与电池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若Q4新能源车销量因消费税放缓，则LFP正极材料企业可能面临库存累积与降价压力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高压实磷酸铁锂产能爆发 今日锂电| 第53期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49GxiECkrMliTXI8K33X80o2JmrYMMZr1qXa8Fplpd9VxREqTD2Vf0TFXQPmflOzQiagAOGET3G_Ww6mHaA-m46kVOPzug8KGMgPYN-64xHT90T_9aet9zR7-HM5KMiqWvVVGQPfSyCDIvbRyyxC1EVblkeRDhRBeAfz0uEiQ7_9Q7k1AfCNg0NUIL6HVMem1UHnOcMW3DLH4fR7QDVeIsC2Qmj7RgGwQ..&amp;type=2&amp;query=%E7%A3%B7%E9%85%B8%E9%93%81%E9%94%82 %E9%AB%98%E5%8E%8B%E5%AE%9E %E6%AD%A3%E6%9E%81%E6%9D%90%E6%96%99&amp;token=A808960C65E71AF3C3C5987A16E53C3CC475C3766ABDD065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【财经分析】碳酸锂价格失守12万元/吨 旺季为何不涨反跌？ - fin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https://news.google.com/rss/articles/CBMieEFVX3lxTE5ZWlg3bmZZbzRQeGpYWXNmV3NPN1oyVlhUcW4tVGl5VTZ6REdRY2IxU3VFUERhZTd1ZlI5VDhULWlYcWg0MHp0c2ZmclVzZkRLNHJkcDFkMVRIZWZfNWZ6WVJsS3VHUnNrRE1oUGVwTjMzR0s0SnpJUA?oc=5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高压实磷酸铁锂产能爆发 今日锂电| 第53期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49GxiECkrMlcADGn0dPNeUo2JmrYMMZr1qXa8Fplpd9VxREqTD2Vf0TFXQPmflOzQiagAOGET3G_Ww6mHaA-m46kVOPzug8KGMgPYN-64xHT90T_9aet9zR7-HM5KMiqaUAfQJaM98lLr46YNFJdbrDiNxqNoGkNLQCTxJ_ZHT7KcLrNbWBhc0ZkxsM3YeGG5QK9bZQBS3ABLcxw3QMnhFe0WC6Sbi7DA..&amp;type=2&amp;query=%E9%93%81%E9%94%82 %E9%AB%98%E5%8E%8B%E5%AE%9E %E6%AD%A3%E6%9E%81%E6%9D%90%E6%96%99 %E9%87%8F%E4%BA%A7&amp;token=A8087F9DDD5EA44D7C7B20C3A8B1E9E57D5275786ABDD061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高压实磷酸铁锂产能爆发 今日锂电| 第53期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49GxiECkrMliTXI8K33X80o2JmrYMMZr1qXa8Fplpd9VxREqTD2Vf0TFXQPmflOzQiagAOGET3G_Ww6mHaA-m46kVOPzug8KGMgPYN-64xHT90T_9aet9zR7-HM5KMiqWvVVGQPfSyCDIvbRyyxC1EVblkeRDhRBeAfz0uEiQ7_9Q7k1AfCNg0NUIL6HVMem1UHnOcMW3DLH4fR7QDVeIsC2Qmj7RgGwQ..&amp;type=2&amp;query=LFP %E6%AD%A3%E6%9E%81%E6%9D%90%E6%96%99 %E4%B8%AD%E5%9B%BD %E4%BA%A7%E8%83%BD&amp;token=A80895DE49CB31D9E8EFB5573CC87EB9E9F417FE6ABDD065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全球动力电池格局标志性事件！超244亿元出海布局，国轩高科牵手大众成立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https://news.google.com/rss/articles/CBMiZkFVX3lxTE1RR0FmOS1wajY2VnJmVVZjRjVDaFpJUzRiR0hRNzZhUEZMZE1SZjNzV3p3YlptYWJuMmdYQkx0VGhLYk0yU2x1dWRqQm5xVndiUTZBakI1aFExZ1F1VTJmU0lDa3M3QQ?oc=5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都市车界|网传“电车涨价”引关注：9月落地电池消费税 购电车有何影响？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https://k.sina.com.cn/article_5328858693_13d9fee4502002jd40.html?from=news&amp;subch=onews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交通运输部等四部门：结合实施大规模设备更新政策，支持新能源公交车及动力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https://news.google.com/rss/articles/CBMiXkFVX3lxTE1SM2FXZnE3NHFYaks2cDlMdWhBVHJjR1dOVS1tWURnRllDVlVjV0gteHNfaW5zUklrMjNSQmp1T2dBV24tbUtyU3NuNHF0MzZNeENXcG9tVUZGVS1pbWc?oc=5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从50万吨到200万吨，又一个千亿市场？ - finance.sina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https://finance.sina.cn/stock/jdts/2026-09-30/detail-initrshp6667760.d.html?vt=4&amp;cid=76993&amp;node_id=76993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杰瑞：锂电负极业务稳步爬坡，装备一体化优势构筑长期竞争力_行业新闻 -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https://finance.stockstar.com/IG2026093000028549.shtml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中能财经｜新能源关键矿产价格走势分析报告（2026年9月） - 中国能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https://www.cpnn.com.cn/news/zngc/202609/t20260930_1918227.html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国新办举行国务院政策例行吹风会 介绍加强中小企业回款难问题治理有关工作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http://www.miit.gov.cn/xwfb/bldhd/art/2026/art_7285ee48244d4f20b0f127c7f013ec11.html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四部门关于开展2026年度享受增值税加计抵减政策的集成电路企业清单制定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http://www.miit.gov.cn/zwgk/zcwj/wjfb/tz/art/2026/art_7d2e760b4be94217b8f55caec840b30d.html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https://www.mee.gov.cn/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万润新能源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磷酸铁锂-湖北万润新能源科技股份有限公司_动力电池材料_消费电池材料_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https://www.hbwanrun.com/application_details/1.html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2026-10-01</dc:title>
  <dc:subject>LFP daily briefing</dc:subject>
  <dc:creator>lifepo4_brief</dc:creator>
  <cp:lastModifiedBy>lifepo4_brief</cp:lastModifiedBy>
  <cp:revision>1</cp:revision>
  <dcterms:created xsi:type="dcterms:W3CDTF">2026-10-01T03:17:21Z</dcterms:created>
  <dcterms:modified xsi:type="dcterms:W3CDTF">2026-10-01T03:17:21Z</dcterms:modified>
</cp:coreProperties>
</file>