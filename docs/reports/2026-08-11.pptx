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调整：9月1日起电池消费税配套征管规则明确，将直接影响电池及回收企业成本与税务合规；同时，行业整合加速，上半年全球动力电池装车量TOP10中7家中企增长，亿纬锂能增速最高，显示头部集中趋势。此外，万华化学入股大中矿业20万吨级锂盐项目，标志上下游战略合围，或重塑锂盐供应格局。容百科技磷酸铁锂即将上量，预示正极材料竞争加剧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今日磷酸铁锂行业聚焦于政策与市场双重调整：9月1日起电池消费税配套征管规则明确，将直接影响电池及回收企业成本与税务合规；同时，行业整合加速，上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今日磷酸铁锂行业聚焦于政策与市场双重调整：9月1日起电池消费税配套征管规则明确，将直接影响电池及回收企业成本与税务合规；同时，行业整合加速，上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电池消费税征管规则明确，9月1日施行，将推高电池生产成本并影响回收业务税务处理，天奇股份已回应相关影响。行业整合加速，上半年全球装车量TOP10中7家中企增长，亿纬锂能增速最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技术路线上，磷酸铁锂与钠电、麒麟、刀片等电池技术并存，市场选择多元化。欣旺达联合电子标准院、京东共建机器人电池联合实验室，显示电池技术向机器人等新兴应用场景延伸。容百科技磷酸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[5][4][6]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产能与订单方面，万华化学入股大中矿业20万吨级锂盐项目，显示上游资源整合加速。六国化工定增再折戟，反映部分企业扩产资金链紧张。上半年全球动力电池装车量TOP10中7家中企增长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[3][7][2]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价格与盈利压力方面，电池消费税开征将直接增加成本，压缩电池厂及回收企业利润。行业整合加速，半年近1.3万家企业退出，显示中小企业生存艰难，价格战或接近尾声。宁德时代枧下窝锂矿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[1][8][4][9]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今日磷酸铁锂行业聚焦于政策与市场双重调整：9月1日起电池消费税配套征管规则明确，将直接影响电池及回收企业成本与税务合规；同时，行业整合加速，上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征管规则明确，9月1日施行，将推高电池生产成本并影响回收业务税务处理，天奇股份已回应相关影响。行业整合加速，上半年全球装车量TOP10中7家中企增长，亿纬锂能增速最高，头部集中趋势明显。万华化学入股大中矿业锂盐项目，上下游合围，或重塑供应格局。容百科技磷酸铁锂即将上量，正极材料竞争加剧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配套征管规则明确，是今日最直接的政策变量，直接影响电池制造商和回收企业的成本与税务合规，天奇股份的回应表明回收业务亦受波及。同时，上半年全球动力电池装车量数据印证行业向头部集中，亿纬锂能高增速或受益于其储能与动力双轮驱动。万华化学入股大中矿业，显示上游资源与化工龙头战略协同，旨在锁定锂盐供应并降低成本。容百科技磷酸铁锂上量，将加剧正极材料市场竞争，对现有厂商如湖南裕能、德方纳米构成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征管细则在9月实施后，电池生产成本上升幅度超过预期，则可能促使二线电池厂商加速出清，头部企业凭借规模优势消化成本，市场份额进一步集中。后续需跟踪各电池厂商三季报毛利率变化及是否提价。若万华化学与大中矿业项目顺利推进，则可能降低磷酸铁锂正极材料成本，但需关注项目投产时间及锂盐价格走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电池消费税征管规则明确，9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行业整合加速，上半年全球装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万华化学入股大中矿业锂盐项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电池消费税征管规则明确，9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若电池消费税征管细则在9月实施后，电池生产成本上升幅度超过预期，则可能促使二线电池厂商加速出清，头部企业凭借规模优势消化成本，市场份额进一步集中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与钠电、麒麟、刀片等电池技术并存，市场选择多元化。欣旺达联合电子标准院、京东共建机器人电池联合实验室，显示电池技术向机器人等新兴应用场景延伸。容百科技磷酸铁锂即将上量，表明其正极材料技术路线向磷酸铁锂倾斜。 [5][4][6]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依据：[5][4][6]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旺达与电子标准院、京东的合作，聚焦机器人电池，这不仅是产品应用拓展，更可能推动电池标准化与定制化结合，为磷酸铁锂在非车用领域打开空间。容百科技作为原三元正极龙头，其磷酸铁锂上量意味着技术路线多元化，可能凭借其客户资源快速切入市场，对现有磷酸铁锂正极厂商构成直接竞争。钠电起势的报道则提示，在部分应用场景（如储能、低速车）钠电可能对磷酸铁锂形成补充或替代，但短期内成本与产业链成熟度仍是磷酸铁锂优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机器人电池联合实验室产出标准化成果，则可能催生新的电池细分市场，磷酸铁锂凭借安全与成本优势有望率先切入。若容百科技磷酸铁锂上量后性能与成本具竞争力，则可能迫使现有厂商加速技术迭代或降价，需跟踪其客户导入情况。若钠电成本下降超预期，则可能在储能领域对磷酸铁锂形成替代，需关注钠电产业链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技术路线上，磷酸铁锂与钠电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欣旺达联合电子标准院、京东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容百科技磷酸铁锂即将上量，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技术路线上，磷酸铁锂与钠电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若机器人电池联合实验室产出标准化成果，则可能催生新的电池细分市场，磷酸铁锂凭借安全与成本优势有望率先切入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与订单方面，万华化学入股大中矿业20万吨级锂盐项目，显示上游资源整合加速。六国化工定增再折戟，反映部分企业扩产资金链紧张。上半年全球动力电池装车量TOP10中7家中企增长，亿纬锂能增速最高，显示头部企业订单充足。 [3][7][2]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，是典型的上下游合围，万华锁定锂盐供应，大中矿业获得资金与化工背景支持，该项目达产后将显著影响锂盐市场供给，进而影响磷酸铁锂成本。六国化工定增失败，说明在行业产能过剩、盈利承压背景下，资本市场对磷酸铁锂相关扩产项目态度谨慎，中小企业扩产难度加大，行业洗牌加速。亿纬锂能装车量高增速，表明其客户结构（如储能、海外客户）拓展成效显著，订单饱满，对磷酸铁锂需求拉动明显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与大中矿业项目按期投产，则可能使锂盐供应过剩加剧，价格承压，利好磷酸铁锂厂商成本下降，但需关注项目投产时间及锂盐价格底部。若六国化工等企业扩产受阻，则行业有效产能增速放缓，供需格局有望改善，需跟踪其他企业扩产计划。若亿纬锂能高增速持续，则其上游磷酸铁锂供应商订单有望同步增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产能与订单方面，万华化学入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六国化工定增再折戟，反映部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上半年全球动力电池装车量T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产能与订单方面，万华化学入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若万华化学与大中矿业项目按期投产，则可能使锂盐供应过剩加剧，价格承压，利好磷酸铁锂厂商成本下降，但需关注项目投产时间及锂盐价格底部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盈利压力方面，电池消费税开征将直接增加成本，压缩电池厂及回收企业利润。行业整合加速，半年近1.3万家企业退出，显示中小企业生存艰难，价格战或接近尾声。宁德时代枧下窝锂矿仍停产检修，或对锂价形成一定支撑。 [1][8][4][9]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依据：[1][8][4][9]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是新的成本项，对原本盈利微薄的电池企业构成压力，可能加速行业洗牌。半年近1.3万家企业退出，表明行业出清正在进行，供给端收缩有望缓解价格战，但短期盈利压力仍大。宁德时代枧下窝锂矿停产检修，减少锂矿供给，可能对锂价形成支撑，进而传导至磷酸铁锂成本，但影响程度需观察。天奇股份对征税的回应，说明回收企业亦面临税务成本上升，回收经济性受挑战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开征且无减免政策，则电池厂成本上升，可能向下游整车厂传导，或挤压自身利润，需关注头部电池厂三季报毛利率。若行业出清速度加快，则磷酸铁锂价格有望企稳回升，但需跟踪产能利用率及库存变化。若锂矿停产持续，则锂价可能反弹，对磷酸铁锂成本形成支撑，需关注锂价走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价格与盈利压力方面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行业整合加速，半年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宁德时代枧下窝锂矿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若电池消费税全面开征且无减免政策，则电池厂成本上升，可能向下游整车厂传导，或挤压自身利润，需关注头部电池厂三季报毛利率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政策风险方面，9月1日起电池消费税配套征管规则明确，是当前最直接的合规风险点，影响电池生产、回收全链条。此外，新能源车电池质保政策、行业规范等政策动态亦需关注。 [1][10][9]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依据：[1][10][9]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征管规则明确，意味着监管落地，企业需调整税务筹划与成本核算，不合规企业面临风险。天奇股份的回应表明回收企业已关注此政策，但具体影响需待实施细则明确。新能源车电池质保政策与电池回收政策关联，若质保要求提高，将增加电池企业售后成本，但也可能促进回收市场规范化。行业规范政策持续完善，对技术、环保等要求提高，利好头部合规企业，淘汰落后产能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征管细则对回收企业有特殊规定，则可能影响回收经济性，需关注后续解读。若质保政策趋严，则电池企业成本上升，但可能推动高质量电池需求，需跟踪政策落地。若行业规范标准提升，则中小企业合规成本增加，加速出清，利好头部企业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政策风险方面，9月1日起电池消费税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此外，新能源车电池质保政策、行业规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[1][10][9] 电池消费税征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若电池消费税征管细则对回收企业有特殊规定，则可能影响回收经济性，需关注后续解读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竞品方面，容百科技磷酸铁锂即将上量，直接冲击现有正极材料厂商。亿纬锂能装车量高增速，显示其竞争力增强。欣旺达布局机器人电池，开辟新赛道。中国车企被迫造电池，反映整车厂向上游延伸趋势。 [4][2][5][11]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依据：[4][2][5][11]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百科技作为三元正极龙头，其磷酸铁锂上量，凭借技术积累与客户资源，可能快速抢占市场份额，对湖南裕能、德方纳米等形成压力。亿纬锂能增速最高，表明其产品力与客户结构优势，对宁德时代、比亚迪形成追赶态势。欣旺达与京东、电子标准院合作，布局机器人电池，是差异化竞争策略，但需关注市场容量。车企造电池趋势，如报道所述，将加剧电池行业竞争，但也可能带来供应链重构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容百科技磷酸铁锂上量后价格与性能具优势，则可能引发正极材料价格战，需关注其客户导入与产能爬坡。若亿纬锂能持续高增长，则可能改变动力电池竞争格局，需跟踪其月度装车量。若车企自造电池规模扩大，则可能减少对外采购，影响独立电池厂订单，需关注主要车企电池自供率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竞品方面，容百科技磷酸铁锂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亿纬锂能装车量高增速，显示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欣旺达布局机器人电池，开辟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竞品方面，容百科技磷酸铁锂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若容百科技磷酸铁锂上量后价格与性能具优势，则可能引发正极材料价格战，需关注其客户导入与产能爬坡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在于电池消费税增加成本、行业整合期盈利压力、以及技术路线替代。机会在于行业出清后龙头集中、上游资源整合降本、以及新兴应用（机器人、储能）拓展。观察点包括锂价走势、电池厂毛利率、以及政策细则落地。 [1][3][5][4]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依据：[1][3][5][4]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行业处于政策与市场双重调整期，风险与机会并存。电池消费税是确定性风险，但可能加速淘汰落后产能，为头部企业创造整合机会。万华化学入股大中矿业，是产业链协同降本的典型案例，或为其他企业提供借鉴。机器人电池、储能等新兴领域，为磷酸铁锂提供增量市场。需持续观察锂价（受宁德时代停产检修影响）、电池厂盈利（受消费税影响）、以及政策执行细节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导致行业进一步洗牌，则存活企业有望迎来盈利拐点，需跟踪行业集中度变化。若万华化学项目成功，则可能引发更多上下游整合案例，需关注其他化工巨头动向。若机器人电池市场放量，则可能为磷酸铁锂开辟第二增长曲线，需关注联合实验室进展及订单落地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风险在于电池消费税增加成本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机会在于行业出清后龙头集中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观察点包括锂价走势、电池厂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风险在于电池消费税增加成本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若电池消费税导致行业进一步洗牌，则存活企业有望迎来盈利拐点，需跟踪行业集中度变化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9月1日起施行！电池消费税配套征管规则明确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https://mcn.solarbe.com/news/20260811/50027379.html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上半年全球动力电池装车量TOP10：7家中企强势增长 亿纬锂能增速最高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https://news.google.com/rss/articles/CBMiWkFVX3lxTE1fbklpS0ZjRThYTTF0cURSTWJSTFNTdEN3ZHFpX2lIZmcwZUcyOWd3UnVRQnBTRC01MHBCNHpjazZWYlB1VzZKQlYzYzZxUG93NEk5WUhUWlJFdw?oc=5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万华化学入股大中矿业20万吨级锂盐项目：一场上下游龙头的战略合围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https://www.cls.cn/detail/2321918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【正极材料周报】容百科技磷酸铁锂即将上量！宁德时代枧下窝锂矿仍处于停产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https://news.google.com/rss/articles/CBMiY0FVX3lxTE1ZRTVCcnI0aDJkVUFoY3VKYTNlWmZRMklIdGliRGJxQi02SFp0MGpCUno4dUp2ckdVY0U1Y3UwTl9aZmdCajhZX2RNZ3lMaUNMdW42SV9UUHdMVHhUYkJ4ZHM3VQ?oc=5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【会员动态】欣旺达 &amp; 电子标准院 &amp; 京东三方签约，共建机器人电池联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https://finance.sina.com.cn/roll/2026-08-10/doc-inimvsvi8064135.shtml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钠电起势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https://news.pedaily.cn/202608/567484.shtml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横跨四年、两度启动，六国化工定增再折戟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https://finance.sina.cn/2026-08-09/detail-inimswyt5675538.d.html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半年近1.3万家企业退出 中国“新三样”怎么了？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https://www.wenxuecity.com/news/2026/08/10/126737545.html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国家对锂电池征税，是否影响公司回收电池的业务？天奇股份回应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https://m.sohu.com/a/1061049820_121157270?scm=10001.325_13-325_13.0.0-0-0-0-0.5_1334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新能源车后期保养和电池质保政策怎么样？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https://www.sina.cn/news/article/nimwuhy6004254.html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内卷中自救，中国车企被迫造电池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https://www.sohu.com/a/1061158161_115873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【正极材料周报】30万吨钠电正极项目落地湖北仙桃！天力锂能及实控人被立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https://www.itdcw.com/news/dczk/0P315FJ2026.html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政策文件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https://www.miit.gov.cn/zwgk/zcwj/index.html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2026-08-11</dc:title>
  <dc:subject>LFP daily briefing</dc:subject>
  <dc:creator>lifepo4_brief</dc:creator>
  <cp:lastModifiedBy>lifepo4_brief</cp:lastModifiedBy>
  <cp:revision>1</cp:revision>
  <dcterms:created xsi:type="dcterms:W3CDTF">2026-08-11T01:19:56Z</dcterms:created>
  <dcterms:modified xsi:type="dcterms:W3CDTF">2026-08-11T01:19:56Z</dcterms:modified>
</cp:coreProperties>
</file>