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需求扩张与产能调整：IndexBox展望2035年LFP正极材料受电动汽车与电网储能驱动扩张；力高新能烟台扩建120万套BMS项目环评审批，指向配套需求增长；祥鑫科技调减常熟动力电池箱体募资转投宜宾，反映产能区域再平衡；2026年新能源车维修新规有望缓解事故维修贵问题，间接影响电池售后与回收。需关注政策落地节奏及产能释放与需求匹配度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今日磷酸铁锂行业信号集中在需求扩张与产能调整：IndexBox展望2035年LFP正极材料受电动汽车与电网储能驱动扩张；力高新能烟台扩建120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今日磷酸铁锂行业信号集中在需求扩张与产能调整：IndexBox展望2035年LFP正极材料受电动汽车与电网储能驱动扩张；力高新能烟台扩建120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IndexBox发布LFP正极材料2035年展望，指出电动汽车与电网储能需求将驱动市场扩张；力高新能烟台扩建年产120万套BMS项目进入环评审批，配套产能加码；祥鑫科技调减常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IndexBox报告指出，LFP正极材料市场至2035年将受电动汽车与电网储能需求驱动而扩张；同时，天然石墨负极材料市场亦因EV与储能需求增长而加速。技术路线方面，LFP在储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力高新能烟台扩建年产120万套电池管理系统项目进入环评审批，指向BMS配套产能扩张；祥鑫科技调减常熟动力电池箱体项目募资5000万元，转投宜宾扩建项目，反映产能区域再平衡；金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今日暂无直接涉及磷酸铁锂价格与盈利压力的新增信息。但LFP市场展望扩张可能吸引新产能进入，中长期或加剧价格竞争；祥鑫科技调减募资并转投宜宾，或为降低生产成本以应对盈利压力。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今日磷酸铁锂行业信号集中在需求扩张与产能调整：IndexBox展望2035年LFP正极材料受电动汽车与电网储能驱动扩张；力高新能烟台扩建120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发布LFP正极材料2035年展望，指出电动汽车与电网储能需求将驱动市场扩张；力高新能烟台扩建年产120万套BMS项目进入环评审批，配套产能加码；祥鑫科技调减常熟动力电池箱体项目募资5000万元转投宜宾扩建，产能布局向中西部倾斜；2026年新规针对电车维修成本高问题提出缓解措施，涉及多部门与头部险企。整体看，需求侧长期向好与供给侧区域调整并行，但短期价格与盈利压力仍需观察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信号相互关联：LFP需求展望强化了电池管理系统（BMS）和箱体等配套环节的扩产逻辑，力高新能扩建和祥鑫科技产能转移正是对需求预期的响应；维修新规则从使用端降低电池维修成本，可能延长电池寿命并影响回收节奏。传导路径上，若储能与EV需求持续，LFP材料及配套产能利用率有望提升，但需警惕产能集中释放导致价格竞争。缺验证：LFP实际订单增速、BMS项目投产时间、维修新规具体执行细则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需求展望兑现且储能装机加速，则配套BMS与箱体产能利用率可能提升，但需跟踪力高新能项目投产进度及祥鑫科技宜宾项目落地情况；若维修新规有效降低维修成本，则电池更换周期可能延长，影响回收端供给节奏，需关注政策执行细则与险企定价调整。证据边界限于当前公开的展望与项目环评信息，实际需求受宏观经济与补贴政策影响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IndexBox发布LFP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力高新能烟台扩建年产120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祥鑫科技调减常熟动力电池箱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IndexBox发布LFP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若LFP需求展望兑现且储能装机加速，则配套BMS与箱体产能利用率可能提升，但需跟踪力高新能项目投产进度及祥鑫科技宜宾项目落地情况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报告指出，LFP正极材料市场至2035年将受电动汽车与电网储能需求驱动而扩张；同时，天然石墨负极材料市场亦因EV与储能需求增长而加速。技术路线方面，LFP在储能和入门级EV中的成本与安全优势持续凸显，但需关注能量密度提升进展。 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展望与近期电池回收政策信号形成呼应：LFP材料需求扩张将带动退役电池量增加，回收政策需同步跟进。传导路径上，若LFP在储能领域渗透率提升，则对正极材料产能及上游锂、铁、磷资源需求形成支撑。缺验证：LFP实际装机数据、储能项目招标量、回收技术经济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在储能与EV领域需求按预期增长，则正极材料及负极材料产能投资可能加速，但需跟踪实际装机数据与政策补贴变化；若回收技术取得突破，则退役电池对材料供给的补充作用可能增强，影响原生材料需求。证据边界为行业展望报告，实际增速受技术替代与宏观经济影响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IndexBox报告指出，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同时，天然石墨负极材料市场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技术路线方面，LFP在储能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IndexBox报告指出，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若LFP在储能与EV领域需求按预期增长，则正极材料及负极材料产能投资可能加速，但需跟踪实际装机数据与政策补贴变化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高新能烟台扩建年产120万套电池管理系统项目进入环评审批，指向BMS配套产能扩张；祥鑫科技调减常熟动力电池箱体项目募资5000万元，转投宜宾扩建项目，反映产能区域再平衡；金银河发布定增方案，涉及锂离子电池行业规范，可能用于产能建设。 [1][2][5]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产能动态与LFP需求展望形成印证：BMS和箱体是电池包关键部件，其扩产表明下游电池厂或储能集成商订单预期向好。祥鑫科技将产能从常熟转向宜宾，可能出于成本或客户就近配套考虑。传导路径上，若产能顺利释放，则配套供应能力提升，但需警惕区域产能过剩。缺验证：力高新能项目具体投产时间、祥鑫科技宜宾项目客户绑定情况、金银河定增募投项目细节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下游电池与储能需求持续，则BMS及箱体产能利用率有望提升，但需跟踪力高新能环评审批进度及祥鑫科技宜宾项目开工情况；若产能集中释放而需求不及预期，则可能引发配套环节价格竞争。证据边界为项目环评与募资公告，实际产能落地受审批与资金到位影响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力高新能烟台扩建年产120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祥鑫科技调减常熟动力电池箱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金银河发布定增方案，涉及锂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力高新能烟台扩建年产120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若下游电池与储能需求持续，则BMS及箱体产能利用率有望提升，但需跟踪力高新能环评审批进度及祥鑫科技宜宾项目开工情况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今日暂无直接涉及磷酸铁锂价格与盈利压力的新增信息。但LFP市场展望扩张可能吸引新产能进入，中长期或加剧价格竞争；祥鑫科技调减募资并转投宜宾，或为降低生产成本以应对盈利压力。 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管无直接价格数据，但产能扩张信号（力高新能、祥鑫科技）与需求展望共同作用，可能影响未来供需平衡。传导路径上，若产能增速超过需求增速，则LFP材料及配套环节价格承压。缺验证：当前LFP正极材料价格、碳酸锂成本、行业开工率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若后续LFP产能释放速度超过需求增长，则材料价格可能承压，需跟踪行业开工率与库存变化；若碳酸锂价格波动，则成本传导可能影响盈利。证据边界为当前缺乏直接价格数据，需依赖后续市场报价。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今日暂无直接涉及磷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但LFP市场展望扩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祥鑫科技调减募资并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若后续LFP产能释放速度超过需求增长，则材料价格可能承压，需跟踪行业开工率与库存变化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新规针对新能源车维修成本高问题，多部门与头部险企协作缓解“修不起”痛点，涉及动力电池维修与更换；电池回收政策信号出现，但具体内容不详；锂离子电池行业规范通过金银河定增方案体现，合规要求可能趋严。 [3][6][5]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新规若落地，可能降低消费者电池维修负担，延长电池使用周期，从而影响回收端供给节奏；电池回收政策若出台，将规范退役电池流向，对LFP材料回收提出要求。传导路径上，合规成本可能增加，但有利于行业长期健康发展。缺验证：新规具体条款、回收政策文件、行业规范执行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维修新规有效执行，则电池维修成本下降可能刺激新能源车保有量增长，间接拉动LFP电池需求；若电池回收政策趋严，则回收企业合规成本上升，但可能促进正规回收渠道发展。需跟踪政策细则发布与执行时间表。证据边界为新闻报道，具体政策内容待官方文件确认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2026年新规针对新能源车维修成本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电池回收政策信号出现，但具体内容不详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锂离子电池行业规范通过金银河定增方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若维修新规有效执行，则电池维修成本下降可能刺激新能源车保有量增长，间接拉动LFP电池需求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天然石墨负极材料市场展望显示，EV与储能需求同样驱动其扩张，与LFP正极材料形成配套竞争关系；长安启源Q05与零跑A10的对比文章提及磷酸铁锂政策，反映终端车型对LFP电池的应用竞争。 [4][7]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极材料与正极材料共同构成电池技术路线，石墨负极扩张可能受益于LFP电池需求增长，但若硅基负极等替代技术加速，则可能形成竞争。终端车型对比显示LFP电池在入门级市场受青睐。传导路径上，若LFP车型销量提升，则带动正极材料需求，但需关注竞品电池技术路线变化。缺验证：石墨负极实际产能、硅基负极商业化进展、车型销量数据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电池在入门级EV中份额持续提升，则配套石墨负极需求可能同步增长；若硅基负极等技术突破，则可能对石墨负极形成替代。需跟踪负极材料技术路线与车型电池配置变化。证据边界为行业展望与车型对比，实际竞争格局受技术突破与成本影响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天然石墨负极材料市场展望显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长安启源Q05与零跑A10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[4][7] 负极材料与正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天然石墨负极材料市场展望显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若LFP电池在入门级EV中份额持续提升，则配套石墨负极需求可能同步增长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扩张与需求增长不匹配可能导致价格竞争；政策执行不及预期可能影响维修成本缓解效果。机会：LFP在储能与EV领域需求扩张，配套BMS、箱体等环节受益；电池回收政策若完善，可能催生新市场。观察：力高新能环评审批结果、祥鑫科技宜宾项目进展、维修新规细则、LFP价格走势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风险与机会相互关联：产能扩张信号（力高新能、祥鑫科技）与需求展望（IndexBox）共同决定行业景气度；政策端维修新规与回收政策影响使用与回收环节。传导路径上，若需求兑现且政策支持，则行业有望健康发展；若产能过剩或政策滞后，则盈利承压。缺验证：实际订单、产能利用率、政策落地时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力高新能项目顺利投产且下游需求旺盛，则BMS配套环节可能迎来增长；若维修新规执行到位，则电池维修成本下降可能刺激新能源车消费，间接利好LFP电池。需跟踪项目审批进度、政策细则及LFP价格数据。证据边界为当前公开信息，实际影响受多重因素制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风险：产能扩张与需求增长不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政策执行不及预期可能影响维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机会：LFP在储能与EV领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风险：产能扩张与需求增长不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若力高新能项目顺利投产且下游需求旺盛，则BMS配套环节可能迎来增长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拟年产120万套电池管理系统！力高新能烟台扩建项目环评审批 - 碳索储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https://mcn.solarbe.com/news/20260928/50029771.html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祥鑫科技：调减常熟动力电池箱体项目募资5000万元，转投宜宾扩建项目 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https://news.google.com/rss/articles/CBMiZEFVX3lxTE14MFhHNjc0NVdEdWlqYjNRb0ZKaFJ6eG1RNlA0MVRzV2VMeDRqZGtPcl9ZZjBQblNwSzBqV0pNRmR0Y1FuZGV2MEtzWEVyMmVrZlByNXAxamVtN0dUUXRmMm53cHI?oc=5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日常保养便宜，事故维修贵？2026 新规让电车“修不起”缓解|多部门|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https://news.google.com/rss/articles/CBMiY0FVX3lxTFBPMnBXTUxLZ1hEUGJyNHdIVWJiT19IQ0trRDhFNTRkZ3ZCd0g4TnRsWlhDYkpKNGtGZ2JXcHZjOWhPbnMzQ1ZuSUFySUMtemNzODg4VWYyTHIyTHhWM3pxSDZ5VQ?oc=5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天然石墨负极材料市场2035年预测：电动汽车与储能需求驱动扩张 - 新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https://www.indexbox.io/zh-hans/blog/natural-graphite-anode-material-market-to-accelerate-on-ev-battery-demand-reaching-2035-growth/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金银河(300619):2026年度向特定对象发行A股股票募集资金使用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https://www.cfi.net.cn/p20260927000603.html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yobo平台国际官网入口：科技产业竞争力深度对比与市场布局解析 - 体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https://m.ttplus.cn/wiki/jwafOXT4Wbbe.php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搬家拉货还是市区通勤？长安启源Q05和零跑A10的差距在哪 - 汽车之家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https://chejiahao.autohome.com.cn/info/26554704?reply=reply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2026-09-28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http://www.miit.gov.cn/xwfb/bldhd/art/2026/art_7285ee48244d4f20b0f127c7f013ec11.html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https://www.miit.gov.cn/xwfb/bldhd/art/2026/art_7285ee48244d4f20b0f127c7f013ec11.html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https://www.youshan-tech.com/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https://www.shenghuaxc.com/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2026-09-28</dc:title>
  <dc:subject>LFP daily briefing</dc:subject>
  <dc:creator>lifepo4_brief</dc:creator>
  <cp:lastModifiedBy>lifepo4_brief</cp:lastModifiedBy>
  <cp:revision>1</cp:revision>
  <dcterms:created xsi:type="dcterms:W3CDTF">2026-09-28T02:45:09Z</dcterms:created>
  <dcterms:modified xsi:type="dcterms:W3CDTF">2026-09-28T02:45:09Z</dcterms:modified>
</cp:coreProperties>
</file>