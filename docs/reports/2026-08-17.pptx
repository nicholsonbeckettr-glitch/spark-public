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高压实密度正极材料进入产业化爆发前夜，第五代2.7g/cm³产品通过中试并推进产线调试，2026年被视为规模化量产元年；同时，废旧动力电池梯次利用白名单资质全面作废，千亿级回收市场面临重塑；储能领域Q3电芯价格回升，AIDC与海外市场成增量方向；钛能化学110亿元扩产磷酸铁产能，行业竞争加剧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今日磷酸铁锂行业核心动态：高压实密度正极材料进入产业化爆发前夜，第五代2.7g/cm³产品通过中试并推进产线调试，2026年被视为规模化量产元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今日磷酸铁锂行业核心动态：高压实密度正极材料进入产业化爆发前夜，第五代2.7g/cm³产品通过中试并推进产线调试，2026年被视为规模化量产元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高压实磷酸铁锂正极材料产业化进程加速，第五代2.7g/cm³产品通过客户中试并进入产线调试阶段，2026年成为规模化量产元年；废旧动力电池梯次利用白名单资质全面作废，回收市场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第五代2.7g/cm³高压实密度磷酸铁锂正极材料已通过下游客户中试测试，正在推进产线调试，即将实现产业化落地。2026年被定义为高压实磷酸铁锂从技术验证全面迈向规模化量产的元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[1][5]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某公司现有15万吨/年磷酸铁锂产能，2026年订单储备充足，全年产能利用率预期较高。钛能化学宣布扩张钛白粉及磷酸铁产能，项目总投资110亿元，行业扩产势头不减。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[6][4]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储能领域Q3电芯价格出现回升，AIDC与海外市场成为增量方向；碳酸锂价格在检修减产与产能释放博弈中出现反弹迹象，但拐点是否确立仍需观察。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[3][7]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今日磷酸铁锂行业核心动态：高压实密度正极材料进入产业化爆发前夜，第五代2.7g/cm³产品通过中试并推进产线调试，2026年被视为规模化量产元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正极材料产业化进程加速，第五代2.7g/cm³产品通过客户中试并进入产线调试阶段，2026年成为规模化量产元年；废旧动力电池梯次利用白名单资质全面作废，回收市场格局面临重塑；储能电芯Q3价格回升，AIDC与海外市场成增量方向；钛能化学110亿元扩产磷酸铁产能，行业供给压力持续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密度技术突破与回收政策调整形成双重信号：前者指向材料端技术升级加速，后者指向电池全生命周期管理规范化。高压实产品量产将提升电芯能量密度，可能推动动力电池铁锂主导地位进一步巩固；回收白名单作废则可能重塑回收行业竞争格局，利好具备技术和渠道优势的企业。储能电芯价格回升与AIDC需求增长关联，反映下游需求结构变化。钛能化学扩产加剧磷酸铁供给竞争，需关注价格传导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顺利量产并获主流电池厂批量采用，则可能推动磷酸铁锂电芯能量密度提升5%-10%，加速对三元电池的替代；若回收白名单作废后监管趋严，则可能催生规范化回收龙头，但短期或造成回收渠道混乱；若储能电芯价格持续回升，则可能带动上游材料价格企稳，需跟踪Q3电池厂排产数据及碳酸锂价格走势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推动磷酸铁锂电芯能量密度提升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公开信息：若高压实产品顺利量产并获主流电池厂批量采用，则可能推动磷酸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772400" y="2926080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9952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酸铁锂电芯能量密度提升5%-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918704" y="35112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公开信息：若高压实产品顺利量产并获主流电池厂批量采用，则可能推动磷酸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若高压实产品顺利量产并获主流电池厂批量采用，则可能推动磷酸铁锂电芯能量密度提升5%-10%，加速对三元电池的替代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代2.7g/cm³高压实密度磷酸铁锂正极材料已通过下游客户中试测试，正在推进产线调试，即将实现产业化落地。2026年被定义为高压实磷酸铁锂从技术验证全面迈向规模化量产的元年，宁德时代等头部企业推动动力电池行业进入铁锂主导新阶段。 [1][5]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密度技术是正极材料企业技术升级的重要方向，2.7g/cm³产品通过中试标志着技术成熟度达到量产门槛。该技术可提升电芯体积能量密度，对动力电池轻量化、续航提升有直接价值。宁德时代等头部企业推动下，铁锂主导地位有望进一步巩固。当前处于产线调试阶段，需关注量产良率与成本控制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2.7g/cm³高压实产品量产良率稳定在90%以上，则可能推动2026年下半年主流电池厂批量切换该材料体系；若宁德时代等头部企业率先采用，则可能形成示范效应，带动全行业技术路线升级。需跟踪产线调试进度、首批量产交付时间及下游电池厂认证反馈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公开信息：若2.7g/cm³高压实产品量产良率稳定在90%以上，则可能推动2026年下半年主流电池厂批量切换该材料体系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若2.7g/cm³高压实产品量产良率稳定在90%以上，则可能推动2026年下半年主流电池厂批量切换该材料体系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某公司现有15万吨/年磷酸铁锂产能，2026年订单储备充足，全年产能利用率预期较高。钛能化学宣布扩张钛白粉及磷酸铁产能，项目总投资110亿元，行业扩产势头不减。 [6][4]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依据：[6][4]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万吨/年产能叠加充足订单储备，反映高压实产品获得下游认可，产能利用率有望维持高位。钛能化学110亿元扩产磷酸铁产能，显示上游材料环节仍在积极扩张，可能加剧磷酸铁供给竞争。两者结合看，正极材料环节订单饱满与上游前驱体扩产并存，产业链利润分配可能向上游倾斜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钛能化学110亿元项目按期投产，则可能新增磷酸铁产能数十万吨，加剧前驱体环节竞争，压缩正极材料企业原料成本；若高压实产品订单持续饱满，则可能推动公司进一步扩产，需跟踪新产能投产节奏及下游客户采购量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落地链路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82128" y="2029968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1396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13648" y="213969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某公司现有15万吨/年磷酸铁锂产能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979408" y="2441448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596896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70662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613648" y="2706624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钛能化学宣布扩张钛白粉及磷酸铁产能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79408" y="3008376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3163824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32735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613648" y="32735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[6][4] 15万吨/年产能叠加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26680" y="453542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用企业、项目、产能、客户的链路承接文字结论。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若钛能化学110亿元项目按期投产，则可能新增磷酸铁产能数十万吨，加剧前驱体环节竞争，压缩正极材料企业原料成本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储能领域Q3电芯价格出现回升，AIDC与海外市场成为增量方向；碳酸锂价格在检修减产与产能释放博弈中出现反弹迹象，但拐点是否确立仍需观察。 [3][7]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电芯价格回升与AIDC需求增长关联，反映数据中心备电等新兴应用场景正在拉动储能需求，可能改善电池企业盈利。碳酸锂价格反弹受检修减产与产能释放双重因素影响，短期供给收缩支撑价格，但中长期产能过剩压力仍在。价格信号传导至磷酸铁锂正极材料环节存在时滞，需关注成本端变化对盈利的影响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电芯价格回升趋势延续至Q4，则可能带动磷酸铁锂正极材料价格企稳回升，改善材料企业盈利；若碳酸锂价格反弹确立，则可能推高正极材料成本，压缩加工费空间。需跟踪Q3电池厂实际排产、碳酸锂库存变化及储能项目招标价格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储能领域Q3电芯价格出现回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碳酸锂价格在检修减产与产能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[3][7] 储能电芯价格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储能领域Q3电芯价格出现回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若储能电芯价格回升趋势延续至Q4，则可能带动磷酸铁锂正极材料价格企稳回升，改善材料企业盈利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废旧动力电池综合利用市场发生重大政策调整，梯次利用白名单资质全面作废，千亿元级市场面临重塑。云南加快推进新型工业化建设，新能源电池产业获政策支持。 [2][8]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依据：[2][8]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白名单资质作废是回收领域重大政策变化，可能打破原有市场准入格局，利好具备技术、渠道和规模优势的企业，但短期或造成回收渠道混乱。云南推进新型工业化建设，新能源电池产业获政策支持，可能吸引新增产能布局。政策调整与区域产业政策并行，行业合规门槛与区域竞争格局同步变化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梯次利用白名单资质作废后配套监管细则出台，则可能提高回收行业准入门槛，推动行业集中度提升；若云南新能源电池产业政策落地，则可能吸引正极材料及电池企业新增产能布局，需跟踪政策细则、地方配套措施及企业产能规划调整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废旧动力电池综合利用市场发生重大政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云南加快推进新型工业化建设，新能源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[2][8] 梯次利用白名单资质作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若梯次利用白名单资质作废后配套监管细则出台，则可能提高回收行业准入门槛，推动行业集中度提升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高压实磷酸铁锂领域，某公司第五代2.7g/cm³产品率先通过中试并推进量产，宁德时代等头部电池企业推动铁锂主导地位巩固。钛能化学110亿元扩产磷酸铁产能，向上游材料环节延伸布局。 [1][4]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产品量产进度是当前正极材料企业竞争焦点，率先量产企业有望获得先发优势。宁德时代等电池企业推动铁锂主导，可能加速高压实产品需求释放。钛能化学向上游磷酸铁环节扩张，显示一体化布局趋势，可能对专业正极材料企业形成竞争压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某公司高压实产品率先量产并获头部电池厂订单，则可能拉开与竞争对手的技术代差，巩固市场份额；若钛能化学一体化产能投产，则可能降低其正极材料生产成本，对专业材料企业形成价格压力。需跟踪各企业高压实产品量产进度、客户认证情况及一体化项目投产时间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高压实磷酸铁锂领域，某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钛能化学110亿元扩产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[1][4] 高压实产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[1][4] 高压实产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若某公司高压实产品率先量产并获头部电池厂订单，则可能拉开与竞争对手的技术代差，巩固市场份额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机会：高压实产品量产窗口期、储能电芯价格回升、AIDC新需求；风险：回收政策调整短期冲击、碳酸锂价格波动、上游扩产加剧竞争；观察：产线调试进度、Q3排产数据、政策细则落地。 [1][3][2][7]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依据：[1][3][2][7]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产品量产是当前最明确的产业趋势，率先突破企业有望享受技术溢价。储能电芯价格回升与AIDC需求增长为行业提供增量空间。回收政策调整短期可能造成渠道混乱，但中长期利好规范化企业。碳酸锂价格反弹与上游扩产并存，成本端与供给端博弈加剧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量产顺利且储能价格回升持续，则行业可能迎来量价齐升格局，正极材料企业盈利改善；若回收政策调整引发短期市场混乱，则可能影响电池回收渠道稳定性，需跟踪产线调试进度、Q3电池厂排产、碳酸锂价格走势及回收政策配套细则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机会：高压实产品量产窗口期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风险：回收政策调整短期冲击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观察：产线调试进度、Q3排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机会：高压实产品量产窗口期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若高压实产品量产顺利且储能价格回升持续，则行业可能迎来量价齐升格局，正极材料企业盈利改善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高压实磷酸铁锂:2026年产业化爆发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7Zn45gw4TDHBdY0HKrypAtyZ-W7ccS44VqXa8Fplpd9eHh4cCHQYZT8pIYhqZzUwrBgJHX9kuhdOc9ExCNOO9q9MM6Ww4tCyfsB6GxZJq5AmKocLyc6FUTBecv46DmcuPLWfbD-Wki0ZM7Mhy5xHXEIdRGehdLi3AmPupHbXsa9d9jsOdPMktlwcaZWsAZmHRnLXee-F_WmBmBwaRP2Y-R6VKrzu_4XKA..&amp;type=2&amp;query=%E7%A3%B7%E9%85%B8%E9%93%81%E9%94%82 %E9%AB%98%E5%8E%8B%E5%AE%9E %E6%AD%A3%E6%9E%81%E6%9D%90%E6%96%99&amp;token=54891F9BD8E5F06E6A6C3259999A8E336BD2C2FC6A82616B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废旧动力电池综合利用市场“变天”：“梯次利用”白名单资质全面作废，千亿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https://m.sohu.com/a/1063757119_121925623?scm=10001.325_13-325_13.0.0-0-0-0-0.5_1334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储能竞争逻辑重塑：Q3电芯价格回升 AIDC与海外市场成增量方向 - 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https://news.google.com/rss/articles/CBMieEFVX3lxTFB2UXlFRWxpT0F5VkwwR0NrdmNUUThrczk4ZXMxLVdlUlVjQzBQejBFSE50RldqbGctQmZDLV9leXFzMG5UcGJ4aUp3ZnJBZTV5SHgxMTRFUzNXbFcxNlg5Y3lSbzc5RXFkVmtCM2EwdnM1ck1lYlVxWg?oc=5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钛能化学扩张钛白粉及磷酸铁产能 项目总投资110亿元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https://finance.sina.cn/2026-08-16/detail-ininpfmk0929087.d.html?vt=4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高压实磷酸铁锂:2026年产业化爆发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7Zn45gw4TDH26y7tqnUtzdyZ-W7ccS44VqXa8Fplpd9eHh4cCHQYZT8pIYhqZzUwrBgJHX9kuhdOc9ExCNOO9q9MM6Ww4tCyfsB6GxZJq5AmKocLyc6FUTBecv46DmcuL5p6FtkF1Nc0r-EI9BiuS564jcAyzcemH0O6dPZJ1idXjxM8kLB1OpEk5UfrPUspeWsoJJKm7uITB3oZFkkE0VhlgeRt7bSzA..&amp;type=2&amp;query=%E9%93%81%E9%94%82 %E9%AB%98%E5%8E%8B%E5%AE%9E %E6%AD%A3%E6%9E%81%E6%9D%90%E6%96%99 %E9%87%8F%E4%BA%A7&amp;token=54892947D4E9F26C676E315B9B6D7FC068B637506A82616C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高压实磷酸铁锂:2026年产业化爆发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7Zn45gw4TDHUEBEvg3RLmtyZ-W7ccS44VqXa8Fplpd9eHh4cCHQYZT8pIYhqZzUwrBgJHX9kuhdOc9ExCNOO9q9MM6Ww4tCyfsB6GxZJq5AmKocLyc6FUTBecv46DmcuHjQZaq-txDvu5jetBQfEnVOZzAcxFwbovCZku-MoKF7REK06A7Hlg3F4zCX1UEhyWcr4IrVmaf5FK4LyUOmd3VQL0Hr9Gyd3Q..&amp;type=2&amp;query=%E7%A3%B7%E9%85%B8%E9%93%81%E9%94%82 %E8%AE%A2%E5%8D%95 %E5%AE%A2%E6%88%B7 %E5%8A%A8%E5%8A%9B%E7%94%B5%E6%B1%A0&amp;token=54894BD3D3EEFA6460673952930DCD90614D05CF6A826172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检修减产 VS 产能释放！碳酸锂反弹，拐点来了吗？ - 电子工程专辑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https://news.google.com/rss/articles/CBMiU0FVX3lxTE1MUWd3eV96bVVzS1JOYmdneHNZMkdWWnBnRll1aDZMVVZxYWhmVm0yNDBzYk9kS2x1dUNraGZwWHVuWGxDUDY0VEo4RTBNZ2oySjJB?oc=5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云南加快推进新型工业化建设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ead/CBMimAFBVV95cUxNcWhTZ2RHdFl3ZTRGazFyV0I1LWl2SWxTeDJtX3Y2aUFSMms0bGJ2NW1PN2FaQVRKb0M3LU9iWnlIYXpHOE9GZms5bGVNS1VLUWtEMVZRN2lRcVl0M0FXUTNVOG85Y3BQQjB0NDFpZWpfUlZYbnZTWWxickR0Z18wSmxWbDg4UVotNWN4dWw2QzdKSkxHeDNSVg?hl=zh-CN&amp;gl=CN&amp;ceid=CN%3Azh-Hans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【正极材料周报】容百科技磷酸铁锂即将大幅上量！宁德时代枧下窝锂矿仍处于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https://www.itdcw.com/news/dczk/0Q015H0H026.html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本周碳酸锂降价约6500元/吨 磷酸铁锂价格走低_电池网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https://www.itdcw.com/news/focus/03221544952026.html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锂电产业链周记 | 海外首次成为储能电芯主战场 宁德时代获海外储能大单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https://www.jiemian.com/article/14924890.html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关于公开征求《锂离子电池正极材料前驱体单位产品能源消耗限额》等15项行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https://www.miit.gov.cn/zwgk/wjgs/art/2026/art_7ac0ab73c8a84530ab8fdda120d4a005.html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https://www.miit.gov.cn/zwgk/zcjd/index.html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2026-08-17</dc:title>
  <dc:subject>LFP daily briefing</dc:subject>
  <dc:creator>lifepo4_brief</dc:creator>
  <cp:lastModifiedBy>lifepo4_brief</cp:lastModifiedBy>
  <cp:revision>1</cp:revision>
  <dcterms:created xsi:type="dcterms:W3CDTF">2026-08-17T01:19:46Z</dcterms:created>
  <dcterms:modified xsi:type="dcterms:W3CDTF">2026-08-17T01:19:46Z</dcterms:modified>
</cp:coreProperties>
</file>