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核心动态：企业正酝酿集体涨价，但实际对整车成本影响有限；印尼镍出口限制政策间接利好磷酸铁锂；上半年动力电池出口逆势增长50%，但国内装车放缓；致良新材3万吨磷酸锰铁锂项目年底试产，技术路线竞争加剧；电池回收政策与固态电池量产加速，行业面临升级窗口。</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今日磷酸铁锂行业核心动态：企业正酝酿集体涨价，但实际对整车成本影响有限；印尼镍出口限制政策间接利好磷酸铁锂；上半年动力电池出口逆势增长50%，</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今日磷酸铁锂行业核心动态：企业正酝酿集体涨价，但实际对整车成本影响有限；印尼镍出口限制政策间接利好磷酸铁锂；上半年动力电池出口逆势增长50%，</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磷酸铁锂企业商议集体涨价，但60度电池成本仅增60-72元，对整车利润率影响有限，更多是情绪博弈；印尼“卡镍”政策强化磷酸铁锂成本优势，利好出口；上半年动力电池出口逆势增长5</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[1][2][3][4][5][6]</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致良新材年产3万吨磷酸锰铁锂项目年底试产，总投资11亿元，标志着磷酸锰铁锂技术路线加速产业化；固态电池量产加速，与回收新政共同推动动力电池升级窗口期。</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[5][6]</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磷酸铁锂龙头拟投建240亿元大项目，显示行业扩产热情不减；上半年动力电池出口逆势增长50%，但国内装车放缓，表明海外订单成为主要增长点。</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[7][4]</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2194560"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磷酸铁锂企业商议集体涨价2000元/吨，但60度电池成本仅增60-72元，对整车利润率影响有限；碳酸锂供需博弈明显，价格波动可能传导至正极材料。</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[1][2][8]</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今日磷酸铁锂行业核心动态：企业正酝酿集体涨价，但实际对整车成本影响有限；印尼镍出口限制政策间接利好磷酸铁锂；上半年动力电池出口逆势增长50%，</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6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企业商议集体涨价，但60度电池成本仅增60-72元，对整车利润率影响有限，更多是情绪博弈；印尼“卡镍”政策强化磷酸铁锂成本优势，利好出口；上半年动力电池出口逆势增长50%，国内装车放缓，显示结构性分化；致良新材3万吨磷酸锰铁锂项目年底试产，技术路线竞争加剧；电池回收政策与固态电池量产加速，行业面临升级窗口。 [1][2][3][4][5][6]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依据：[1][2][3][4][5][6]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涨价博弈与印尼政策形成双重信号：一方面，企业试图通过涨价转移成本压力，但实际传导至整车端影响微弱，更多反映供需博弈心态；另一方面，印尼限制镍出口抬高了三元电池成本，间接强化了磷酸铁锂的性价比优势，尤其利好海外出口。出口数据（上半年增长50%）与国内装车放缓形成对比，表明海外市场成为增长主引擎。致良新材的磷酸锰铁锂项目则提示技术路线竞争加剧，可能分流部分磷酸铁锂需求。电池回收政策与固态电池量产加速，则对现有产能格局构成长期挑战。</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涨价博弈持续且印尼镍限制政策落地，磷酸铁锂出口有望进一步增长，但需跟踪实际订单落地情况；若磷酸锰铁锂项目年底顺利试产，可能对现有磷酸铁锂市场形成分流，需关注其成本与性能对比；若电池回收政策严格执行，将增加行业合规成本，但长期利好资源自给。</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786384"/>
          </a:xfrm>
          <a:prstGeom prst="roundRect">
            <a:avLst>
              <a:gd name="adj" fmla="val 4651"/>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50%</a:t>
            </a:r>
            <a:endParaRPr lang="en-US" sz="16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上半年动力电池出口逆势增长</a:t>
            </a:r>
            <a:endParaRPr lang="en-US" sz="820" dirty="0"/>
          </a:p>
        </p:txBody>
      </p:sp>
      <p:sp>
        <p:nvSpPr>
          <p:cNvPr id="27" name="Text 25"/>
          <p:cNvSpPr/>
          <p:nvPr/>
        </p:nvSpPr>
        <p:spPr>
          <a:xfrm>
            <a:off x="7918704" y="2578608"/>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公开信息：上半年动力电池出口逆势增长50%，国内装车放缓，显示结构性</a:t>
            </a:r>
            <a:endParaRPr lang="en-US" sz="840" dirty="0"/>
          </a:p>
        </p:txBody>
      </p:sp>
      <p:sp>
        <p:nvSpPr>
          <p:cNvPr id="28" name="Shape 26"/>
          <p:cNvSpPr/>
          <p:nvPr/>
        </p:nvSpPr>
        <p:spPr>
          <a:xfrm>
            <a:off x="7772400" y="2926080"/>
            <a:ext cx="2560320" cy="786384"/>
          </a:xfrm>
          <a:prstGeom prst="roundRect">
            <a:avLst>
              <a:gd name="adj" fmla="val 4651"/>
            </a:avLst>
          </a:prstGeom>
          <a:solidFill>
            <a:srgbClr val="FFFFFF"/>
          </a:solidFill>
          <a:ln w="7620">
            <a:solidFill>
              <a:srgbClr val="DADADA"/>
            </a:solidFill>
            <a:prstDash val="solid"/>
          </a:ln>
        </p:spPr>
      </p:sp>
      <p:sp>
        <p:nvSpPr>
          <p:cNvPr id="29" name="Text 27"/>
          <p:cNvSpPr/>
          <p:nvPr/>
        </p:nvSpPr>
        <p:spPr>
          <a:xfrm>
            <a:off x="7918704" y="3035808"/>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50%</a:t>
            </a:r>
            <a:endParaRPr lang="en-US" sz="1600" dirty="0"/>
          </a:p>
        </p:txBody>
      </p:sp>
      <p:sp>
        <p:nvSpPr>
          <p:cNvPr id="30" name="Text 28"/>
          <p:cNvSpPr/>
          <p:nvPr/>
        </p:nvSpPr>
        <p:spPr>
          <a:xfrm>
            <a:off x="8759952" y="3099816"/>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出口数据（上半年增长</a:t>
            </a:r>
            <a:endParaRPr lang="en-US" sz="820" dirty="0"/>
          </a:p>
        </p:txBody>
      </p:sp>
      <p:sp>
        <p:nvSpPr>
          <p:cNvPr id="31" name="Text 29"/>
          <p:cNvSpPr/>
          <p:nvPr/>
        </p:nvSpPr>
        <p:spPr>
          <a:xfrm>
            <a:off x="7918704" y="3511296"/>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公开信息：出口数据（上半年增长50%）与国内装车放缓形成对比，表明海</a:t>
            </a:r>
            <a:endParaRPr lang="en-US" sz="840" dirty="0"/>
          </a:p>
        </p:txBody>
      </p:sp>
      <p:sp>
        <p:nvSpPr>
          <p:cNvPr id="32" name="Text 30"/>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若涨价博弈持续且印尼镍限制政策落地，磷酸铁锂出口有望进一步增长，但需跟踪实际订单落地情况</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致良新材年产3万吨磷酸锰铁锂项目年底试产，总投资11亿元，标志着磷酸锰铁锂技术路线加速产业化；固态电池量产加速，与回收新政共同推动动力电池升级窗口期。 [5][6]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依据：[5][6]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致良新材的磷酸锰铁锂项目是技术路线竞争的重要信号。磷酸锰铁锂相比传统磷酸铁锂具有更高能量密度，但成本也更高。该项目年底试产，若成功将可能分流部分磷酸铁锂需求，尤其在中高端车型市场。同时，固态电池量产加速（来源：电子工程专辑）与回收新政落地，表明行业正从单一技术路线向多元化、全生命周期管理转型。这些技术进展对现有磷酸铁锂企业构成长期挑战，但也可能催生新的合作与并购机会。</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磷酸锰铁锂项目年底试产顺利且成本可控，则可能在中高端车型市场对磷酸铁锂形成替代，需跟踪其量产良率与客户导入情况；若固态电池量产加速，则现有磷酸铁锂产能可能面临技术迭代风险，需关注头部企业的技术储备。</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致良新材年产3万吨磷酸锰铁</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固态电池量产加速，与回收新</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[5][6] 致良新材的磷</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致良新材年产3万吨磷酸锰铁</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若磷酸锰铁锂项目年底试产顺利且成本可控，则可能在中高端车型市场对磷酸铁锂形成替代，需跟踪其量产良率与客户导入情况</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磷酸铁锂龙头拟投建240亿元大项目，显示行业扩产热情不减；上半年动力电池出口逆势增长50%，但国内装车放缓，表明海外订单成为主要增长点。 [7][4]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依据：[7][4]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240亿元大项目（来源：手机网易网）的投建，表明龙头企业对长期需求仍持乐观态度，尤其是在海外市场。然而，国内装车放缓（来源：新浪网）与出口增长形成鲜明对比，暗示国内市场竞争加剧、需求饱和，而海外市场（尤其是欧洲、东南亚）因政策支持（如印尼镍限制）和成本优势成为新增长极。这种结构性分化要求企业调整客户结构，加大海外订单获取。</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若海外订单持续增长，则龙头企业扩产项目有望获得更高回报，但需跟踪海外贸易壁垒（如欧盟碳关税）对出口的影响；若国内装车进一步放缓，则可能导致产能过剩，需关注行业开工率与库存变化。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50%</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上半年动力电池出口逆势增长</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公开信息：上半年动力电池出口逆势增长50%，但国内装车放缓，表明海外订单成为主要增长点</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若海外订单持续增长，则龙头企业扩产项目有望获得更高回报，但需跟踪海外贸易壁垒（如欧盟碳关税）对出口的影响</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磷酸铁锂企业商议集体涨价2000元/吨，但60度电池成本仅增60-72元，对整车利润率影响有限；碳酸锂供需博弈明显，价格波动可能传导至正极材料。 [1][2][8]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涨价博弈（来源：微信公众号）的核心是供需紧张与成本压力，但实际对整车成本影响微乎其微（60度电池成本增60-72元），更多是情绪博弈。碳酸锂半年报（来源：同花顺）显示供需博弈明显，若碳酸锂价格波动，将直接影响磷酸铁锂成本。当前盈利压力主要来自下游整车厂对成本的严格控制，以及上游原材料价格的不确定性。企业需通过技术降本或长协锁定来缓解压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若碳酸锂价格持续上涨，则磷酸铁锂企业可能再次提价，但需跟踪下游整车厂的接受度；若涨价博弈失败，则企业盈利空间将进一步压缩，需关注头部企业的成本控制能力。</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因果图</a:t>
            </a:r>
            <a:endParaRPr lang="en-US" sz="1200" dirty="0"/>
          </a:p>
        </p:txBody>
      </p:sp>
      <p:sp>
        <p:nvSpPr>
          <p:cNvPr id="24" name="Shape 22"/>
          <p:cNvSpPr/>
          <p:nvPr/>
        </p:nvSpPr>
        <p:spPr>
          <a:xfrm>
            <a:off x="7845552" y="3063240"/>
            <a:ext cx="2432304" cy="0"/>
          </a:xfrm>
          <a:prstGeom prst="line">
            <a:avLst/>
          </a:prstGeom>
          <a:noFill/>
          <a:ln w="15240">
            <a:solidFill>
              <a:srgbClr val="487052"/>
            </a:solidFill>
            <a:prstDash val="solid"/>
          </a:ln>
        </p:spPr>
      </p:sp>
      <p:sp>
        <p:nvSpPr>
          <p:cNvPr id="25" name="Shape 23"/>
          <p:cNvSpPr/>
          <p:nvPr/>
        </p:nvSpPr>
        <p:spPr>
          <a:xfrm>
            <a:off x="10012680" y="2889504"/>
            <a:ext cx="384048" cy="347472"/>
          </a:xfrm>
          <a:prstGeom prst="rightArrow">
            <a:avLst/>
          </a:prstGeom>
          <a:solidFill>
            <a:srgbClr val="487052"/>
          </a:solidFill>
          <a:ln w="12700">
            <a:solidFill>
              <a:srgbClr val="487052"/>
            </a:solidFill>
            <a:prstDash val="solid"/>
          </a:ln>
        </p:spPr>
      </p:sp>
      <p:sp>
        <p:nvSpPr>
          <p:cNvPr id="26" name="Text 24"/>
          <p:cNvSpPr/>
          <p:nvPr/>
        </p:nvSpPr>
        <p:spPr>
          <a:xfrm>
            <a:off x="9893808" y="3310128"/>
            <a:ext cx="475488" cy="146304"/>
          </a:xfrm>
          <a:prstGeom prst="rect">
            <a:avLst/>
          </a:prstGeom>
          <a:noFill/>
          <a:ln/>
        </p:spPr>
        <p:txBody>
          <a:bodyPr wrap="square" lIns="0" tIns="0" rIns="0" bIns="0" rtlCol="0" anchor="ct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影响</a:t>
            </a:r>
            <a:endParaRPr lang="en-US" sz="740" dirty="0"/>
          </a:p>
        </p:txBody>
      </p:sp>
      <p:sp>
        <p:nvSpPr>
          <p:cNvPr id="27" name="Shape 25"/>
          <p:cNvSpPr/>
          <p:nvPr/>
        </p:nvSpPr>
        <p:spPr>
          <a:xfrm>
            <a:off x="8028432" y="2359152"/>
            <a:ext cx="402336" cy="704088"/>
          </a:xfrm>
          <a:prstGeom prst="line">
            <a:avLst/>
          </a:prstGeom>
          <a:noFill/>
          <a:ln w="11430">
            <a:solidFill>
              <a:srgbClr val="7F9D84"/>
            </a:solidFill>
            <a:prstDash val="solid"/>
          </a:ln>
        </p:spPr>
      </p:sp>
      <p:sp>
        <p:nvSpPr>
          <p:cNvPr id="28" name="Shape 26"/>
          <p:cNvSpPr/>
          <p:nvPr/>
        </p:nvSpPr>
        <p:spPr>
          <a:xfrm>
            <a:off x="7882128" y="2249424"/>
            <a:ext cx="786384" cy="310896"/>
          </a:xfrm>
          <a:prstGeom prst="roundRect">
            <a:avLst>
              <a:gd name="adj" fmla="val 11765"/>
            </a:avLst>
          </a:prstGeom>
          <a:solidFill>
            <a:srgbClr val="F4FAF6"/>
          </a:solidFill>
          <a:ln w="7620">
            <a:solidFill>
              <a:srgbClr val="DADADA"/>
            </a:solidFill>
            <a:prstDash val="solid"/>
          </a:ln>
        </p:spPr>
      </p:sp>
      <p:sp>
        <p:nvSpPr>
          <p:cNvPr id="29" name="Text 27"/>
          <p:cNvSpPr/>
          <p:nvPr/>
        </p:nvSpPr>
        <p:spPr>
          <a:xfrm>
            <a:off x="7973568"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价格</a:t>
            </a:r>
            <a:endParaRPr lang="en-US" sz="680" dirty="0"/>
          </a:p>
        </p:txBody>
      </p:sp>
      <p:sp>
        <p:nvSpPr>
          <p:cNvPr id="30" name="Text 28"/>
          <p:cNvSpPr/>
          <p:nvPr/>
        </p:nvSpPr>
        <p:spPr>
          <a:xfrm>
            <a:off x="7863840"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磷酸铁锂企业商议集</a:t>
            </a:r>
            <a:endParaRPr lang="en-US" sz="640" dirty="0"/>
          </a:p>
        </p:txBody>
      </p:sp>
      <p:sp>
        <p:nvSpPr>
          <p:cNvPr id="31" name="Shape 29"/>
          <p:cNvSpPr/>
          <p:nvPr/>
        </p:nvSpPr>
        <p:spPr>
          <a:xfrm>
            <a:off x="8686800" y="3063240"/>
            <a:ext cx="402336" cy="685800"/>
          </a:xfrm>
          <a:prstGeom prst="line">
            <a:avLst/>
          </a:prstGeom>
          <a:noFill/>
          <a:ln w="11430">
            <a:solidFill>
              <a:srgbClr val="7F9D84"/>
            </a:solidFill>
            <a:prstDash val="solid"/>
          </a:ln>
        </p:spPr>
      </p:sp>
      <p:sp>
        <p:nvSpPr>
          <p:cNvPr id="32" name="Shape 30"/>
          <p:cNvSpPr/>
          <p:nvPr/>
        </p:nvSpPr>
        <p:spPr>
          <a:xfrm>
            <a:off x="8540496" y="3639312"/>
            <a:ext cx="786384" cy="310896"/>
          </a:xfrm>
          <a:prstGeom prst="roundRect">
            <a:avLst>
              <a:gd name="adj" fmla="val 11765"/>
            </a:avLst>
          </a:prstGeom>
          <a:solidFill>
            <a:srgbClr val="F4FAF6"/>
          </a:solidFill>
          <a:ln w="7620">
            <a:solidFill>
              <a:srgbClr val="DADADA"/>
            </a:solidFill>
            <a:prstDash val="solid"/>
          </a:ln>
        </p:spPr>
      </p:sp>
      <p:sp>
        <p:nvSpPr>
          <p:cNvPr id="33" name="Text 31"/>
          <p:cNvSpPr/>
          <p:nvPr/>
        </p:nvSpPr>
        <p:spPr>
          <a:xfrm>
            <a:off x="8631936" y="3739896"/>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成本</a:t>
            </a:r>
            <a:endParaRPr lang="en-US" sz="680" dirty="0"/>
          </a:p>
        </p:txBody>
      </p:sp>
      <p:sp>
        <p:nvSpPr>
          <p:cNvPr id="34" name="Text 32"/>
          <p:cNvSpPr/>
          <p:nvPr/>
        </p:nvSpPr>
        <p:spPr>
          <a:xfrm>
            <a:off x="8522208" y="4005072"/>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碳酸锂供需博弈明显</a:t>
            </a:r>
            <a:endParaRPr lang="en-US" sz="640" dirty="0"/>
          </a:p>
        </p:txBody>
      </p:sp>
      <p:sp>
        <p:nvSpPr>
          <p:cNvPr id="35" name="Shape 33"/>
          <p:cNvSpPr/>
          <p:nvPr/>
        </p:nvSpPr>
        <p:spPr>
          <a:xfrm>
            <a:off x="9345168" y="2359152"/>
            <a:ext cx="402336" cy="704088"/>
          </a:xfrm>
          <a:prstGeom prst="line">
            <a:avLst/>
          </a:prstGeom>
          <a:noFill/>
          <a:ln w="11430">
            <a:solidFill>
              <a:srgbClr val="7F9D84"/>
            </a:solidFill>
            <a:prstDash val="solid"/>
          </a:ln>
        </p:spPr>
      </p:sp>
      <p:sp>
        <p:nvSpPr>
          <p:cNvPr id="36" name="Shape 34"/>
          <p:cNvSpPr/>
          <p:nvPr/>
        </p:nvSpPr>
        <p:spPr>
          <a:xfrm>
            <a:off x="9198864" y="2249424"/>
            <a:ext cx="786384" cy="310896"/>
          </a:xfrm>
          <a:prstGeom prst="roundRect">
            <a:avLst>
              <a:gd name="adj" fmla="val 11765"/>
            </a:avLst>
          </a:prstGeom>
          <a:solidFill>
            <a:srgbClr val="F4FAF6"/>
          </a:solidFill>
          <a:ln w="7620">
            <a:solidFill>
              <a:srgbClr val="DADADA"/>
            </a:solidFill>
            <a:prstDash val="solid"/>
          </a:ln>
        </p:spPr>
      </p:sp>
      <p:sp>
        <p:nvSpPr>
          <p:cNvPr id="37" name="Text 35"/>
          <p:cNvSpPr/>
          <p:nvPr/>
        </p:nvSpPr>
        <p:spPr>
          <a:xfrm>
            <a:off x="9290304"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利润</a:t>
            </a:r>
            <a:endParaRPr lang="en-US" sz="680" dirty="0"/>
          </a:p>
        </p:txBody>
      </p:sp>
      <p:sp>
        <p:nvSpPr>
          <p:cNvPr id="38" name="Text 36"/>
          <p:cNvSpPr/>
          <p:nvPr/>
        </p:nvSpPr>
        <p:spPr>
          <a:xfrm>
            <a:off x="9180576"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[1][2][8]</a:t>
            </a:r>
            <a:endParaRPr lang="en-US" sz="640" dirty="0"/>
          </a:p>
        </p:txBody>
      </p:sp>
      <p:sp>
        <p:nvSpPr>
          <p:cNvPr id="39" name="Text 37"/>
          <p:cNvSpPr/>
          <p:nvPr/>
        </p:nvSpPr>
        <p:spPr>
          <a:xfrm>
            <a:off x="7726680" y="4517136"/>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参考鱼骨图逻辑，只表达来源文本中的原因和影响。</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若碳酸锂价格持续上涨，则磷酸铁锂企业可能再次提价，但需跟踪下游整车厂的接受度</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印尼镍出口限制政策利好磷酸铁锂，但中共取消锂电池免税红利增加出口成本；电池回收政策与固态电池量产加速，推动行业升级。 [3][9][10][6]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依据：[3][9][10][6]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印尼“卡镍”政策（来源：手机网易网）抬高了镍价，使三元电池成本上升，间接强化了磷酸铁锂的性价比优势，尤其利好出口。然而，中共取消锂电池免税红利（来源：beijingspring.com）增加了出口成本，可能削弱部分价格优势。电池回收政策（来源：新浪财经、东南网）与固态电池量产加速（来源：电子工程专辑）则构成双重政策信号：一方面要求企业承担回收责任，增加合规成本；另一方面推动技术升级，可能淘汰落后产能。</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若印尼镍限制政策持续，则磷酸铁锂出口竞争力将进一步增强，但需跟踪免税红利取消后的实际成本影响；若电池回收政策严格执行，则企业需增加回收设施投入，可能短期影响利润，但长期利好资源自给。</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印尼镍出口限制政策利好磷酸铁锂，但</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电池回收政策与固态电池量产加速，推</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[3][9][10][6] 印尼“</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若印尼镍限制政策持续，则磷酸铁锂出口竞争力将进一步增强，但需跟踪免税红利取消后的实际成本影响</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致良新材磷酸锰铁锂项目年底试产，对现有磷酸铁锂企业构成潜在竞争；固态电池量产加速，可能改变行业格局。 [5][6]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依据：[5][6]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致良新材的磷酸锰铁锂项目（来源：手机网易网）是技术路线竞争的直接体现。磷酸锰铁锂在能量密度上优于传统磷酸铁锂，若量产成功，可能在中高端车型市场抢占份额。同时，固态电池量产加速（来源：电子工程专辑）对现有液态锂电池（包括磷酸铁锂）构成长期威胁。这些竞品动态要求磷酸铁锂企业加快技术迭代或寻找差异化应用场景（如储能）。</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磷酸锰铁锂项目年底试产顺利，则可能对磷酸铁锂在中高端车型市场形成替代，需跟踪其成本与性能数据；若固态电池量产加速，则现有磷酸铁锂产能可能面临技术迭代风险，需关注头部企业的技术储备与转型计划。</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致良新材磷酸锰铁锂项目年底</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固态电池量产加速，可能改变</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[5][6] 致良新材的磷</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致良新材磷酸锰铁锂项目年底</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若磷酸锰铁锂项目年底试产顺利，则可能对磷酸铁锂在中高端车型市场形成替代，需跟踪其成本与性能数据</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5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风险：国内装车放缓可能导致产能过剩；机会：海外出口增长与印尼政策利好；观察：涨价博弈结果、磷酸锰铁锂项目进展、电池回收政策执行力度。 [4][3][1][5][10]</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依据：[4][3][1][5][10]</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国内装车放缓（来源：新浪网）与出口增长（来源：新浪网）形成结构性分化，企业需警惕国内产能过剩风险，同时抓住海外市场机会。印尼镍限制政策（来源：手机网易网）是短期利好，但需关注其可持续性。涨价博弈（来源：微信公众号）结果将反映供需真实状况。磷酸锰铁锂项目（来源：手机网易网）和电池回收政策（来源：新浪财经）是中长期变量，需持续跟踪。</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国内装车持续放缓，则需警惕产能过剩风险，跟踪行业开工率；若海外出口增长超预期，则龙头企业扩产项目有望受益，但需关注贸易壁垒；若磷酸锰铁锂项目量产成功，则可能改变技术路线格局，需跟踪其客户导入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风险：国内装车放缓可能导致</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机会：海外出口增长与印尼政</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观察：涨价博弈结果、磷酸锰</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风险：国内装车放缓可能导致</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若国内装车持续放缓，则需警惕产能过剩风险，跟踪行业开工率</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磷酸铁锂企业“商议”集体涨价行动,整车利润率再次“雪上加霜”</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_cIweSNHah0S49uTV0sF1ZsPuSZz0nm9FqXa8Fplpd9BqXA9luu-lABEdvAItg8vD9uZpsziTt5cY2Fd4JLCuK3HAzrQPlA0UePZroRKjtek7FvfcPWo4g1-9ymlJWwvXcKD96Ulq4DURyEXTb4LdwXgYfi_Bo44YVXyg6Cb8Nlm8OGyFaj2HeL_yTOvaX8oNr6SwnZavkM62qe0zccZK4YJSSFPgfogQ..&amp;type=2&amp;query=%E7%A3%B7%E9%85%B8%E9%93%81%E9%94%82 %E6%AD%A3%E6%9E%81%E6%9D%90%E6%96%99 %E4%BB%B7%E6%A0%BC %E4%BE%9B%E9%9C%80&amp;token=93684F5B48C87E05A8AEFE9431D549C0A925D3E16A617565</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磷酸铁锂2000元/吨涨价博弈调查:60度电池材料成本实际仅增60-7</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_cIweSNHah0S49uTV0sF1ZsPuSZz0nm9FqXa8Fplpd9uaSMIHmvdSNcOti0pY6VQV5kIaEW56Me0h8jcbgw6Lw570WalYS94OKJKLkvUWJBSzZo0uNwkjjIkjtxVtaWWr0MUtki_otWooCQQ0H3dV900smaVMAn4KHnRqCmAUNg6DxfO5GvxKTC0SNH77COQKeFvkfbf4Vl1Eq-eXrMwSMC2Qmj7RgGwQ..&amp;type=2&amp;query=%E7%A3%B7%E9%85%B8%E9%93%81%E9%94%82 %E6%AD%A3%E6%9E%81%E6%9D%90%E6%96%99 %E4%BB%B7%E6%A0%BC %E4%BE%9B%E9%9C%80&amp;token=93684F5B48C87E05A8AEFE9431D549C0A925D3E16A617565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印尼“卡镍”抬价，磷酸铁锂成了赢家，王传福：不能被镍钴卡脖子 - 手机</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https://news.google.com/rss/articles/CBMiYkFVX3lxTE5teWxqS3ZXZmRZa09WbWNKZnI4UmhwTV9rTVd4Y01PRmlDUl8wMWlnZHNXQmI4WDdYbTZTTzRlSFg3NEZGV1FwY21fcTBVV3R4T2NoV3NwOGp2YnplX2JHOXFB?oc=5</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国内装车“刹车”，海外出货狂飙：上半年动力电池出口逆势大涨50% | </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https://news.google.com/rss/articles/CBMif0FVX3lxTE0wQlpqQWdtSXFJT0o3OXdKaElXTW1lcmxHUmhveU9NX256U0JWS3JfaTd3ZFRPQU50M2VHMXd0U3B3bWZSNEVMZmxSNnJiX1lQVGRGbXN0cHc5Tlp0SkIxWE1iX3NhREZIMnh2R1NhbFdpUTFGc0xJYlg2X0ZaR28?oc=5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总投资11亿元！致良新材年产3万吨磷酸锰铁锂项目年底试产 - 手机网易网</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https://news.google.com/rss/articles/CBMiYkFVX3lxTFBvR0xpcUJ6UVE2WUNpUXV2WWRtOXNyVjR3MTRxWFlkTFpObW8zTWFHOXpaUVFWaVd1Z3JWQTI3M1V0d1JFMTF4QUwyTEdyZXY3alh2ZElvTHRESEtzQnBCSkN3?oc=5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全链条变革来袭！固态电池加速量产 + 回收新政落地，动力电池迎来升级窗</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https://news.google.com/rss/articles/CBMiU0FVX3lxTE13YlgtT3B0bXVvb1FTdy0zRTNqcTNUempzUGw5SDRqcEg2RUxRLVBhYUJVUUMtNWFaS2Q3cWc3WlkzV2JBYTM4LVBFb0JWLTNPcTJN?oc=5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磷酸铁锂龙头，拟投建240亿元大项目！ - 手机网易网</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https://news.google.com/rss/articles/CBMiYkFVX3lxTE9iREZhakVGZVpYamlJZmxpOFE4UEJNejBzb0x2VXFNZ2ttRlVGTzJGeVNFdG4xTGlDZ2p3ZE4zZFZfUVRxMDNWd2RvV3daTGowdXduWGxxQkVYMEc1R081RjdR?oc=5</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【2026年碳酸锂半年报】储能需求凸显，供需博弈明显 - 同花顺</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https://news.google.com/rss/articles/CBMiYEFVX3lxTFBsYXlJZVhvUnBiTkFQWGRlVmtCa21vVlBRZERXaHhFc1h4SVlHczNOSXM0Ymp5Q193XzV4YzN0R1dxTXV2VGJQUGRheC1vNG5icUlUNm90bC1xbGUyc0Z2VA?oc=5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中共取消锂电池免税红利</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http://beijingspring.com/bj2/2010/c8/mmdjhaovv/xw/zgbd/20260722155959.htm</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打通“退役”动力电池再生链路</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https://finance.sina.com.cn/jjxw/2026-07-23/doc-iniitqxq7824289.shtml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【正极材料周报】贵州贵阳拟新建60万吨高压实磷酸铁锂项目！安徽六安万吨</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https://www.itdcw.com/news/dczk/0G315B502026.html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【正极材料周报】湖南裕能斥资240亿元扩产！正极材料公司中报预告密集出</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https://www.itdcw.com/news/dczk/0H015CU2026.html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锂电产业链周记 | 宁德时代签下欧洲钠电储能大单 湖南裕能磷酸铁锂产品</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https://www.jiemian.com/article/14785863.html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三部门关于做好科技型企业孵化器相关政策衔接工作的通知</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http://www.miit.gov.cn/zwgk/zcwj/wjfb/tz/art/2026/art_21446a8c153f4fae86121552fe1e9fd4.html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公开征求《车用动力电池拆解破碎安全要求》等两项强制性国家标准的意见</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https://www.miit.gov.cn/gzcy/yjzj/art/2026/art_6ee188a6acf34735a568af7ebdc507b5.html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第五届通信海缆保护政策宣传周活动正式启动</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https://www.miit.gov.cn/xwfb/gxdt/sjdt/art/2026/art_fb47488a00ee428bb3840cf4771fdb1d.html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2026-07-23</dc:title>
  <dc:subject>LFP daily briefing</dc:subject>
  <dc:creator>lifepo4_brief</dc:creator>
  <cp:lastModifiedBy>lifepo4_brief</cp:lastModifiedBy>
  <cp:revision>1</cp:revision>
  <dcterms:created xsi:type="dcterms:W3CDTF">2026-07-23T02:00:12Z</dcterms:created>
  <dcterms:modified xsi:type="dcterms:W3CDTF">2026-07-23T02:00:12Z</dcterms:modified>
</cp:coreProperties>
</file>