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山东11万吨高性能磷酸铁锂材料项目试产，加剧产能过剩预期；动力电池新国标落地，提升安全门槛，利好技术领先企业；国城锂业6万吨电池级碳酸锂项目投产，上游锂盐供给进一步宽松，成本端利好磷酸铁锂企业；动力电池回收板块获主力资金净流入，政策驱动下回收赛道关注度提升。行业整体呈现产能扩张与政策趋严并存的格局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今日磷酸铁锂行业核心动态：山东11万吨高性能磷酸铁锂材料项目试产，加剧产能过剩预期；动力电池新国标落地，提升安全门槛，利好技术领先企业；国城锂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今日磷酸铁锂行业核心动态：山东11万吨高性能磷酸铁锂材料项目试产，加剧产能过剩预期；动力电池新国标落地，提升安全门槛，利好技术领先企业；国城锂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山东11万吨高性能磷酸铁锂材料项目试产，产能过剩压力持续；动力电池新国标落地，安全门槛提升，技术领先企业受益；国城锂业6万吨碳酸锂项目投产，上游供给宽松，成本端利好；动力电池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中比新能源推出全极耳26650铁锂电池，主打算力备电场景，性能领先；动力电池新国标落地，安全红线抬升，推动技术向高安全、高一致性方向发展。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[5][2]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山东11万吨高性能磷酸铁锂材料项目试产，产能持续扩张；国城锂业6万吨碳酸锂项目投产，上游供给增加；中国企业动力电池全球份额突破70%，需求端仍有支撑。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[1][3][6]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上游碳酸锂供给增加，成本端压力缓解；但磷酸铁锂材料产能持续扩张，价格竞争激烈，企业盈利空间受挤压。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[3][7][1]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今日磷酸铁锂行业核心动态：山东11万吨高性能磷酸铁锂材料项目试产，加剧产能过剩预期；动力电池新国标落地，提升安全门槛，利好技术领先企业；国城锂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11万吨高性能磷酸铁锂材料项目试产，产能过剩压力持续；动力电池新国标落地，安全门槛提升，技术领先企业受益；国城锂业6万吨碳酸锂项目投产，上游供给宽松，成本端利好；动力电池回收板块获主力资金净流入14.8亿元，政策驱动下回收赛道关注度提升。行业整体呈现产能扩张与政策趋严并存的格局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11万吨高性能磷酸铁锂材料项目试产，直接加剧了市场对磷酸铁锂产能过剩的担忧。同时，动力电池新国标落地，提高了安全门槛，这将加速淘汰技术落后产能，利好具备技术优势的企业。上游国城锂业6万吨碳酸锂项目投产，进一步宽松了锂盐供给，有利于降低磷酸铁锂生产成本。此外，动力电池回收板块获主力资金净流入，表明在政策推动下，回收赛道正获得更多关注。这些信号共同指向行业正经历产能出清与政策升级的双重调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山东11万吨项目顺利达产，将进一步压低磷酸铁锂材料价格，加剧行业洗牌，需跟踪其产能爬坡及下游客户导入情况。若新国标严格执行，技术不达标的中小企业将面临出清风险，需关注头部企业技术认证进展。若碳酸锂价格因供给宽松持续下行，磷酸铁锂企业成本压力将缓解，但需警惕库存减值风险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山东11万吨高性能磷酸铁锂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动力电池新国标落地，安全门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国城锂业6万吨碳酸锂项目投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山东11万吨高性能磷酸铁锂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若山东11万吨项目顺利达产，将进一步压低磷酸铁锂材料价格，加剧行业洗牌，需跟踪其产能爬坡及下游客户导入情况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中比新能源推出全极耳26650铁锂电池，主打算力备电场景，性能领先；动力电池新国标落地，安全红线抬升，推动技术向高安全、高一致性方向发展。 [5][2]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比新能源的全极耳26650铁锂电池针对AIDC备电需求，具备高功率、长循环等优势，表明磷酸铁锂技术正从动力向储能、备电等细分场景渗透。新国标对安全性能提出更高要求，将倒逼企业提升热管理、电芯一致性等技术，利好具备深厚技术积累的企业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全极耳技术在中比新能源验证成功，将吸引更多企业布局该路线，推动磷酸铁锂电池在数据中心备电等高端应用领域的渗透，需关注其成本及规模化能力。若新国标对安全指标要求超预期，可能引发行业技术路线向高镍三元或固态电池的局部切换，需跟踪头部企业的技术储备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中比新能源推出全极耳266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动力电池新国标落地，安全红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[5][2] 中比新能源的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中比新能源推出全极耳266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若全极耳技术在中比新能源验证成功，将吸引更多企业布局该路线，推动磷酸铁锂电池在数据中心备电等高端应用领域的渗透，需关注其成本及规模化能力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山东11万吨高性能磷酸铁锂材料项目试产，产能持续扩张；国城锂业6万吨碳酸锂项目投产，上游供给增加；中国企业动力电池全球份额突破70%，需求端仍有支撑。 [1][3][6]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项目试产标志着磷酸铁锂材料产能继续释放，加剧供给过剩。同时，国城锂业6万吨碳酸锂项目投产，进一步增加上游锂盐供给，有利于降低磷酸铁锂生产成本。尽管供给端压力较大，但中国企业动力电池全球份额突破70%，表明下游需求依然强劲，尤其是储能和海外市场。产能扩张与需求增长并存，行业竞争将更加激烈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山东项目及后续新增产能集中释放，磷酸铁锂材料价格可能进一步承压，需跟踪行业开工率及库存变化。若碳酸锂供给持续宽松，将利好磷酸铁锂企业成本控制，但需关注锂盐价格波动对库存价值的影响。若全球动力电池需求增速放缓，产能过剩问题将更加突出，需跟踪下游车企及储能项目招标情况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中国企业动力电池全球份额突破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公开信息：中国企业动力电池全球份额突破70%，需求端仍有支撑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中国企业动力电池全球份额突破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公开信息：尽管供给端压力较大，但中国企业动力电池全球份额突破70%，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若山东项目及后续新增产能集中释放，磷酸铁锂材料价格可能进一步承压，需跟踪行业开工率及库存变化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上游碳酸锂供给增加，成本端压力缓解；但磷酸铁锂材料产能持续扩张，价格竞争激烈，企业盈利空间受挤压。 [3][7][1]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依据：[3][7][1]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城锂业6万吨碳酸锂项目投产，叠加万华化学入股大中矿业锂盐项目，显示上游锂盐供给正在快速增加，有望推动碳酸锂价格下行，降低磷酸铁锂企业原材料成本。然而，山东11万吨磷酸铁锂项目试产，表明材料端产能过剩问题依然严峻，价格战可能持续，企业盈利空间面临上下游双重挤压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因供给过剩而持续下跌，磷酸铁锂企业成本端将受益，但需警惕库存减值风险。若磷酸铁锂材料价格因产能过剩而持续低迷，行业整体盈利水平将下降，部分高成本产能可能退出，需跟踪行业平均毛利率及龙头企业定价策略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45552" y="3063240"/>
            <a:ext cx="2432304" cy="0"/>
          </a:xfrm>
          <a:prstGeom prst="line">
            <a:avLst/>
          </a:prstGeom>
          <a:noFill/>
          <a:ln w="15240">
            <a:solidFill>
              <a:srgbClr val="4870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2889504"/>
            <a:ext cx="384048" cy="347472"/>
          </a:xfrm>
          <a:prstGeom prst="rightArrow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33101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28432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78638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上游碳酸锂供给增加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8686800" y="3063240"/>
            <a:ext cx="402336" cy="685800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0496" y="3639312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3739896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8522208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但磷酸铁锂材料产能</a:t>
            </a:r>
            <a:endParaRPr lang="en-US" sz="640" dirty="0"/>
          </a:p>
        </p:txBody>
      </p:sp>
      <p:sp>
        <p:nvSpPr>
          <p:cNvPr id="35" name="Shape 33"/>
          <p:cNvSpPr/>
          <p:nvPr/>
        </p:nvSpPr>
        <p:spPr>
          <a:xfrm>
            <a:off x="9345168" y="2359152"/>
            <a:ext cx="402336" cy="704088"/>
          </a:xfrm>
          <a:prstGeom prst="line">
            <a:avLst/>
          </a:prstGeom>
          <a:noFill/>
          <a:ln w="11430">
            <a:solidFill>
              <a:srgbClr val="7F9D8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98864" y="2249424"/>
            <a:ext cx="786384" cy="310896"/>
          </a:xfrm>
          <a:prstGeom prst="roundRect">
            <a:avLst>
              <a:gd name="adj" fmla="val 11765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0304" y="2350008"/>
            <a:ext cx="603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9180576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[3][7][1]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7726680" y="4517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参考鱼骨图逻辑，只表达来源文本中的原因和影响。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若碳酸锂价格因供给过剩而持续下跌，磷酸铁锂企业成本端将受益，但需警惕库存减值风险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动力电池新国标落地，安全红线抬升；海南2030年全面禁售燃油车，利好新能源车及动力电池需求；汽车业‘十五五’低碳路线图提出30%目标，推动产业链绿色转型。 [2][8][9]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依据：[2][8][9]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，对电池安全性能提出更高要求，可能增加企业合规成本，但利好技术领先企业。海南全面禁售燃油车政策，将直接拉动当地新能源汽车及动力电池需求。汽车业‘十五五’低碳路线图提出30%目标，将推动全产业链向低碳、回收等方向转型，为磷酸铁锂回收等环节带来政策红利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新国标执行力度超预期，可能引发行业一轮技术升级和产能出清，需关注企业产品认证进度及不合格产能退出情况。若海南禁售燃油车政策推广至其他省份，将显著扩大新能源汽车市场空间，利好磷酸铁锂需求，需跟踪政策扩散节奏。若‘十五五’低碳目标细化，将催生电池回收、低碳生产等新业态，需关注相关配套政策落地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动力电池新国标落地，安全红线抬升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海南2030年全面禁售燃油车，利好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汽车业‘十五五’低碳路线图提出30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若新国标执行力度超预期，可能引发行业一轮技术升级和产能出清，需关注企业产品认证进度及不合格产能退出情况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中比新能源推出全极耳26650铁锂电池，布局算力备电新场景；万华化学入股大中矿业锂盐项目，向上游延伸；蔚蓝锂芯半年净利增速最高达65%，电池ETF上涨，显示市场对电池板块信心。 [5][7][6]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依据：[5][7][6]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比新能源通过差异化产品切入算力备电市场，避开动力电池红海竞争。万华化学作为化工巨头入股锂盐项目，显示跨界企业正加速布局锂电上游，可能改变行业竞争格局。蔚蓝锂芯业绩预增及电池ETF上涨，表明市场对电池板块整体看好，但需注意个股分化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中比新能源全极耳产品在算力备电市场获得突破，将吸引更多企业进入该细分领域，需关注其客户拓展及订单情况。若万华化学等跨界企业持续布局，可能重塑上游锂盐供应格局，需关注其产能释放及成本优势。若蔚蓝锂芯等企业业绩持续高增，将提振市场对电池板块的信心，但需警惕估值泡沫风险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蔚蓝锂芯半年净利增速最高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公开信息：蔚蓝锂芯半年净利增速最高达65%，电池ETF上涨，显示市场对电池板块信心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若中比新能源全极耳产品在算力备电市场获得突破，将吸引更多企业进入该细分领域，需关注其客户拓展及订单情况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风险：产能过剩加剧价格战，新国标增加合规成本。机会：上游锂盐供给宽松降低成本，动力电池回收政策红利，海南禁售燃油车扩大需求。观察：山东项目产能爬坡情况，碳酸锂价格走势，新国标执行力度。 [1][3][2][4][8]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依据：[1][3][2][4][8]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信息显示，行业面临产能过剩与政策趋严的双重风险，但也存在成本下降和需求扩张的机会。山东项目试产和国城锂业投产是产能扩张的典型信号，需持续跟踪。动力电池回收板块获资金流入，表明市场对政策驱动下的回收赛道看好。海南禁售燃油车政策则为长期需求提供支撑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山东项目产能快速释放且下游需求不及预期，磷酸铁锂价格可能加速下跌，需关注行业库存及龙头企业减产信号。若碳酸锂价格跌破关键成本线，可能引发上游矿山减产，需跟踪锂盐供需平衡表。若新国标实施后出现安全事故，可能引发更严格的监管，需关注政策动态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风险：产能过剩加剧价格战，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机会：上游锂盐供给宽松降低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观察：山东项目产能爬坡情况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风险：产能过剩加剧价格战，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若山东项目产能快速释放且下游需求不及预期，磷酸铁锂价格可能加速下跌，需关注行业库存及龙头企业减产信号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总投资10亿元，山东年产11万吨高性能磷酸铁锂材料项目试产 - 手机网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https://news.google.com/rss/articles/CBMiYkFVX3lxTFA0SkdRUXFObXNoc0xxeXk2UVNyTVI2Q0pXYjItTWVUbHd4N0pxT1c3YTNjWFlwMGg4V0RxaE5BOU5sNDVjVU4yazhTTW5jTXBJU3VOSVZLVjFWWXM0QU9pVlFn?oc=5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动力电池新国标落地：安全红线再抬升 存量缺陷亟待兜底 - Moomoo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https://news.google.com/rss/articles/CBMiWkFVX3lxTFAtdjM0MXdiSlV4cVFScHo0b1o1Qi1hVnZDdUVzcElvb0NKb2hEaU82WlU3ZGd1LUh4ZGRTczBvU18zVmxoLTVsbTJJQUVOVFZvbHdjTU9aVTFTdw?oc=5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年产6万吨电池级碳酸锂 国城锂业20万吨/年锂盐项目一期在德阳绵竹投产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https://news.google.com/rss/articles/CBMiekFVX3lxTE04dnZTRlBhUHo0WF9NTm95b2pTSmVqcFVGSHRMS0w4X3NPaXNrRnFoTExSNW1scnlTYnRaZVVySTBueVdaNjJDSXdnSzlWTk9fd3JYMDNJYTlhT18xVlVqOFdnbUFsYzVGNnFLMFhhUk1DT1pUbTRialdn?oc=5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动力电池回收板块7月14日涨1.99%，豪鹏科技领涨，主力资金净流入1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https://news.google.com/rss/articles/CBMijAFBVV95cUxNUkx5TjVqeDlhZGx2cW5tdnA0cDljRFEyXzFoTTJvM3NvUU9wSS1XamJhNWxmYWVMMEh4U0FFWFVIbEM2QU5sbkJQMTdIdWZHUlNjODJWYmg4UzUzOXpUbHBJZTY3ZkNtN055UnlWZkhmTnpTWXUxejZFX3NPTGk1eXBvN2tQOXNtVFF0eg?oc=5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起点专访丨中比新能源戴华斌：三大核心性能领跑算力备电全极耳26650铁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2ARBVV95cUxNdlBjNU9ZNWQyeXhiUXUtM19mSHdPU3R4RFo2aUtpX3NlXzJmT0N1N2VlNVpaUExGMVRMQkUzazcwQ3d6bXBsV0gxc0haeVdwTFV1OUJ6UzRjX1oyQlZEYnJkaTVkRFNlemk1a0JjOS1NeTNtYWhLNlYtdE5neWxyUjN0MnFBRHp0UmR5M3gzZU9peDUwdWhIbjBqd2RVQlNob0JycjFCMG1oUU5zNWRkVUt6SlFCX0NnQnluQ3luM19nbjk0RmdzbWdIWjRqNUV4M3czVTRGUmlmbXN1M3BNWXo2LVBsMGt5UW94X3FEZmRYWUtNdW8zWU56ak44QVk5aXUwdzREX0w5NVkwOHlhc0t2Q0wzNWs1RDFUSkN0TEdaUUI0UmEtZjE3dzUwakc5cGFSazZ0Mmtya3JyTzRxY0NWVTc0MWtKeFZqa1YtU01FUmluQXZ5OU5aZDFDMjRNWVV4Ykt2dHB1RWZ5SFREYzdvSkwzNzlEeXBvRjlWTllIUnJ0XzcyRGZIcjhpV2RiVzYtNC1DNTl2SjNTcExvOTNxaDVqVkZpNHY3N21hLXNsY3NEWXBEMW45QjdOdTZPcXZmcVZONmFUODAtZlpCc1lvVnpIWUt3TE1GY0tUYVpONUFiaEdseW5DRVRhRVI1UmNlWi1DUDF6LUxRT0FGbElOQ2IycEx5eE5TazB5N3lSZlp0VWxhV3N0MXEyMXZxQnRCTmJpRDBndEFoRDhqMElUV09mWjVybFBqYTVtLUhiYTAtZXZFVlN6MENqVFNMRGg1cjRaZVU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公开来源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公开来源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https://news.google.com/rss/articles/CBMiYkFVX3lxTFBfNkZLMGJKQ3IzNVgwaVktSUloZUg1S2RzM2E2dEpSa1BOVXhhVXNKS09mbEZXS3M3Wm9sSTZjVTFyU0JLQ0p1cWNEVWQyTEdZLUxsYnBuRTdVWmQwRjJoTmlB?oc=5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万华化学入股大中矿业20万吨级锂盐项目：一场上下游龙头的战略合围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https://www.cls.cn/detail/2321918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全面禁售燃油车！海南打响第一枪，2030年开始实施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https://m.sohu.com/a/1050272479_120643302?scm=10001.325_13-325_13.0.0-0-0-0-0.5_1334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30%目标落地，汽车业的“十五五”低碳路线图来了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https://inabr.com/news/22908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【正极材料周报】贵州毕节百万吨级磷酸铁锂项目刷新进展！宁德时代三元材料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https://www.itdcw.com/news/dczk/0F61564b2026.html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【正极材料周报】贵州贵阳拟新建60万吨高压实磷酸铁锂项目！安徽六安万吨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https://www.itdcw.com/news/dczk/0G315B502026.html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三部门关于做好科技型企业孵化器相关政策衔接工作的通知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http://www.miit.gov.cn/zwgk/zcwj/wjfb/tz/art/2026/art_21446a8c153f4fae86121552fe1e9fd4.html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三部门关于组织实施2026年首台（套）重大技术装备保险补偿政策的通知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http://www.miit.gov.cn/zwgk/zcwj/wjfb/tz/art/2026/art_fefca99ac5934ebd905b2232e417e317.html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公开征求《车用动力电池拆解破碎安全要求》等两项强制性国家标准的意见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https://www.miit.gov.cn/gzcy/yjzj/art/2026/art_6ee188a6acf34735a568af7ebdc507b5.html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2026-07-15</dc:title>
  <dc:subject>LFP daily briefing</dc:subject>
  <dc:creator>lifepo4_brief</dc:creator>
  <cp:lastModifiedBy>lifepo4_brief</cp:lastModifiedBy>
  <cp:revision>1</cp:revision>
  <dcterms:created xsi:type="dcterms:W3CDTF">2026-07-15T01:48:28Z</dcterms:created>
  <dcterms:modified xsi:type="dcterms:W3CDTF">2026-07-15T01:48:28Z</dcterms:modified>
</cp:coreProperties>
</file>