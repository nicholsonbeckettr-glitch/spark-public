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净利暴增853.51%，高压实磷酸铁锂正极材料已稳定量产，压实密度达2.6g/cm³以上，具备6C快充等优势，储能占比提升。公司赴港递表，但比亚迪、宁德时代此前减持。行业层面，动力电池回收政策2026年落地，宜宾世界动力电池大会将于9月召开。整体看，高压实产品放量带动盈利修复，但需关注大客户减持与回收政策对行业格局的影响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湖南裕能上半年净利暴增853.51%，高压实磷酸铁锂正极材料已稳定量产，压实密度达2.6g/cm³以上，具备6C快充等优势，储能占比提升。公司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湖南裕能上半年净利暴增853.51%，高压实磷酸铁锂正极材料已稳定量产，压实密度达2.6g/cm³以上，具备6C快充等优势，储能占比提升。公司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湖南裕能上半年净利暴增853.51%，高压实磷酸铁锂正极材料量产（压实密度≥2.6g/cm³，支持6C快充），储能占比提升，推动业绩高增。公司赴港递表，但比亚迪、宁德时代此前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湖南裕能高压实磷酸铁锂正极材料已稳定量产，压实密度约2.6g/cm³或更高，具备6C快充、高能量密度、低温适配优势，储能应用占比提升。该产品成为公司高端化核心，或引领行业技术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[4][5]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湖南裕能上半年营收净利双增，下游需求增加，但比亚迪、宁德时代此前减持，公司赴港递表。产能方面，高压实产品量产或带动产能利用率提升，但需关注大客户订单变化及港股融资用途。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[3][6]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湖南裕能净利暴增853.51%，显示盈利大幅修复，高压实产品溢价或贡献主要利润。但行业整体价格压力仍存，需关注碳酸锂价格波动及储能电芯价格竞争对盈利的挤压。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湖南裕能上半年净利暴增853.51%，高压实磷酸铁锂正极材料已稳定量产，压实密度达2.6g/cm³以上，具备6C快充等优势，储能占比提升。公司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净利暴增853.51%，高压实磷酸铁锂正极材料量产（压实密度≥2.6g/cm³，支持6C快充），储能占比提升，推动业绩高增。公司赴港递表，但比亚迪、宁德时代此前减持。行业层面，动力电池回收政策2026年落地，宜宾世界动力电池大会9月召开。高压实产品成为盈利核心，但需警惕大客户减持信号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业绩暴增与高压实产品量产直接相关，其2.6g/cm³压实密度和6C快充能力契合高端化需求，储能占比提升也贡献增量。但比亚迪、宁德时代减持及赴港递表或反映资本运作与客户关系变化。动力电池回收政策落地可能重塑供应链，宜宾大会或释放技术方向。需验证高压实产品实际出货占比及大客户订单稳定性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湖南裕能高压实产品出货占比持续提升，且储能订单保持增长，则其盈利弹性可能延续；但若比亚迪、宁德时代减持导致订单流失，则业绩增速或承压。跟踪指标：高压实产品月度出货量、储能客户名单变化、港股上市进展。证据边界：减持影响需结合后续订单公告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53.51%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湖南裕能上半年净利暴增8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公开信息：湖南裕能上半年净利暴增853.51%，高压实磷酸铁锂正极材料量产（压实密度≥2.6g/cm³，支持6C快充），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若湖南裕能高压实产品出货占比持续提升，且储能订单保持增长，则其盈利弹性可能延续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高压实磷酸铁锂正极材料已稳定量产，压实密度约2.6g/cm³或更高，具备6C快充、高能量密度、低温适配优势，储能应用占比提升。该产品成为公司高端化核心，或引领行业技术路线向高压实、快充方向演进。 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产品量产是湖南裕能业绩暴增的关键技术支撑，2.6g/cm³压实密度和6C快充能力满足高端动力和储能需求。公众号和新闻均强调该优势，显示技术路线已获市场认可。但需关注其他厂商跟进情况，以及高压实产品在循环寿命、成本方面的平衡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持续放量且成本可控，则可能推动磷酸铁锂行业技术标准向2.6g/cm³以上迁移；若其他厂商快速跟进，则湖南裕能技术领先窗口或缩短。跟踪指标：高压实产品出货占比、同行产品发布节奏、下游电芯厂认证进度。证据边界：技术优势需结合第三方检测数据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湖南裕能高压实磷酸铁锂正极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该产品成为公司高端化核心，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[4][5] 高压实产品量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湖南裕能高压实磷酸铁锂正极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若高压实产品持续放量且成本可控，则可能推动磷酸铁锂行业技术标准向2.6g/cm³以上迁移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湖南裕能上半年营收净利双增，下游需求增加，但比亚迪、宁德时代此前减持，公司赴港递表。产能方面，高压实产品量产或带动产能利用率提升，但需关注大客户订单变化及港股融资用途。 [3][6]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业绩增长源于下游需求增加，但比亚迪、宁德时代减持可能反映客户集中度风险。赴港递表或为融资扩产，但需观察募投方向。产能与订单方面，高压实产品量产或提升高端订单占比，但大客户减持可能影响长期订单稳定性。需验证产能利用率及新客户拓展情况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湖南裕能港股上市成功且募资用于高压实产能扩张，则可能进一步巩固高端市场份额；若大客户减持导致订单流失，则产能利用率或下滑。跟踪指标：港股IPO进展、前五大客户收入占比、高压实产品新增订单。证据边界：减持影响需结合后续订单公告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落地链路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2128" y="202996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1396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13648" y="21396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湖南裕能上半年营收净利双增，下游需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979408" y="2441448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596896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0662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613648" y="270662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产能方面，高压实产品量产或带动产能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79408" y="3008376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163824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13648" y="32735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[3][6] 湖南裕能业绩增长源于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26680" y="4535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用企业、项目、产能、客户的链路承接文字结论。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若湖南裕能港股上市成功且募资用于高压实产能扩张，则可能进一步巩固高端市场份额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湖南裕能净利暴增853.51%，显示盈利大幅修复，高压实产品溢价或贡献主要利润。但行业整体价格压力仍存，需关注碳酸锂价格波动及储能电芯价格竞争对盈利的挤压。 [1][2]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业绩暴增表明高压实产品盈利能力强劲，但行业价格战风险未消。碳酸锂价格波动直接影响成本，储能电芯价格竞争可能压缩正极材料利润空间。新闻提及高端化与储能占比提升，或对冲价格压力，但需验证毛利率变化及行业均价走势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企稳且高压实产品维持溢价，则湖南裕能盈利或持续改善；若行业产能过剩加剧价格战，则盈利压力可能回升。跟踪指标：碳酸锂现货价、磷酸铁锂正极材料均价、湖南裕能毛利率。证据边界：价格数据需结合行业周报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53.51%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湖南裕能净利暴增8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公开信息：湖南裕能净利暴增853.51%，显示盈利大幅修复，高压实产品溢价或贡献主要利润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若碳酸锂价格企稳且高压实产品维持溢价，则湖南裕能盈利或持续改善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政策2026年落地，旨在解决产能闲置、黑市分流问题，可能影响磷酸铁锂供应链。宜宾世界动力电池大会9月召开，或释放政策与技术方向。锂离子电池行业规范持续完善，华盛锂电等公司推进提质增效。 [7][8][9]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依据：[7][8][9]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政策落地将规范回收体系，可能影响磷酸铁锂材料来源和成本。宜宾大会或强调技术领跑，政策支持绿电与科创。行业规范趋严，企业需合规经营。湖南裕能作为龙头，或受益于回收政策带来的原料保障，但需关注政策执行细节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动力电池回收政策严格执行，则可能降低磷酸铁锂原料成本并规范竞争；若政策执行不力，则黑市分流持续，正规企业成本劣势难改。跟踪指标：回收政策实施细则、白名单企业名单、回收价格与碳酸锂价差。证据边界：政策影响需结合落地效果评估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动力电池回收政策2026年落地，旨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宜宾世界动力电池大会9月召开，或释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锂离子电池行业规范持续完善，华盛锂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若动力电池回收政策严格执行，则可能降低磷酸铁锂原料成本并规范竞争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湖南裕能作为磷酸铁锂龙头，业绩暴增，但比亚迪、宁德时代减持。厦钨新能推进限制性股票激励计划，华盛锂电实施提质增效方案，显示竞品在激励与效率上发力。行业竞争聚焦高压实、快充等高端产品。 [10][11][12]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依据：[10][11][12]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高压实产品领先，但竞品如厦钨新能、华盛锂电通过激励和效率提升追赶。比亚迪、宁德时代减持或为竞品提供切入机会。行业竞争从价格转向技术，高压实、快充成为差异化关键。需关注竞品高压实产品量产进度及客户突破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竞品高压实产品量产并获大客户订单，则可能削弱湖南裕能份额；若湖南裕能持续技术迭代，则龙头地位或巩固。跟踪指标：竞品高压实产品发布、客户认证进展、市场份额变化。证据边界：竞品动态需结合公告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湖南裕能作为磷酸铁锂龙头，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厦钨新能推进限制性股票激励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行业竞争聚焦高压实、快充等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湖南裕能作为磷酸铁锂龙头，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若竞品高压实产品量产并获大客户订单，则可能削弱湖南裕能份额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风险：大客户减持、行业价格战、回收政策执行不确定性。机会：高压实产品放量、储能需求增长、港股融资。观察：宜宾大会技术方向、回收政策落地效果、碳酸锂价格走势。 [6][9][8]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依据：[6][9][8]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业绩暴增带来机会，但大客户减持和价格战是主要风险。回收政策落地可能创造原料机会，宜宾大会或指引技术趋势。需观察高压实产品可持续性、储能订单增长及政策执行。整体行业处于高端化转型期，技术领先者受益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需求持续且回收政策落地，则行业盈利中枢或上移；若大客户减持引发订单流失，则湖南裕能增速放缓。跟踪指标：高压实产品出货、大客户订单、回收政策细则。证据边界：风险影响需结合后续财报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风险：大客户减持、行业价格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机会：高压实产品放量、储能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观察：宜宾大会技术方向、回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风险：大客户减持、行业价格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若高压实产品需求持续且回收政策落地，则行业盈利中枢或上移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磷酸铁锂龙头，净利暴增853.51%！高端化与储能占比持续提升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https://www.nbd.com.cn/articles/2026-08-19/4547085.html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磷酸铁锂龙头，净利暴增853.51%！高端化与储能占比持续提升 - 每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https://news.google.com/rss/articles/CBMiZkFVX3lxTFB4VG1lQWJObmRTbFdUVEVSRUZyOTRRUjY2QW9YelJNS2xONWVEd1pSLUVjUjY5cVE1bXZUYW9DUGhHU1Q3b1otSDBGOGpnd0FHQl9Da1o2NGFRRDF4RmluNVYxcTg0Zw?oc=5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下游需求增加 磷酸铁锂“龙头”湖南裕能上半年营收、净利润双增|速读公告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https://news.google.com/rss/articles/CBMiSEFVX3lxTFBPblRxc09pMDJOVUE1Rkx5RzVMMlFfdUNlU01BazN3Y0cyTHZlN214N3dJVkRqZGpuVVhzMXVVbGk2NXJKeWxrYw?oc=5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磷酸铁锂龙头,业绩暴涨853.51%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yv24OX1TBrNxCy9dBJgDjEtJ5JcvJTWylqXa8Fplpd98SR922ttyj6BfKwoAYiImN9m5jVkqZ91GFCcUdNHaOsVs4UIcOx39DGRTWczYdGu1e2DuJSv48hupvrq9LjG0PiOrlVbEJKf1hTewht5RiSMUN2Wu1U4bX7C1PTMt5und5oXV3TCHwzPez1b6flCJAb31sPhW1TYIWnawnzt5-Vf_71bqkOtiw..&amp;type=2&amp;query=%E9%93%81%E9%94%82 %E9%AB%98%E5%8E%8B%E5%AE%9E %E6%AD%A3%E6%9E%81%E6%9D%90%E6%96%99 %E9%87%8F%E4%BA%A7&amp;token=69BA05CA66D041293D3B644E703880AD3EE4E1276A865605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磷酸铁锂龙头业绩猛涨8倍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yv24OX1TBrNxCy9dBJgDjEtJ5JcvJTWylqXa8Fplpd9Da5rS5a8l3ucXZpgIFRVD2_Q1HTrGfELuRgxR6WcdIjBN95B6ptN1EOZxlWFdMlcUizAQjrahftMNMZzdDCHOoXGOBg2q5ZceKGQ0-___hQGwOtXJ4VRCBEE4uwmixxHtxux22pXdJ_tVfeNiKvS6HwUWtDxLCAKjB6m8B77y9dr1dbZWbKUeQ..&amp;type=2&amp;query=%E9%93%81%E9%94%82 %E9%AB%98%E5%8E%8B%E5%AE%9E %E6%AD%A3%E6%9E%81%E6%9D%90%E6%96%99 %E9%87%8F%E4%BA%A7&amp;token=69BA05CA66D041293D3B644E703880AD3EE4E1276A865605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磷酸铁锂龙头湖南裕能最新赴港递表，比亚迪和宁德时代此前双双减持，业绩已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https://news.google.com/rss/articles/CBMickFVX3lxTE9hV2N5SmFzeDRQUkNqRjJHbUU5ajJmeWpSM1FsSlFLRy0tTkF6SnZfMnAyT0dfSW1aSlJUT040UEpwNDVZRmhldGNMTWdVNXRJSVVqRVhPNzlqSVJIRWQxWVNJMzlBRTYwcDhoSW5JOHE5UQ?oc=5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动力电池回收利用驶入新阶段_车市动态 - 中金在线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https://news.google.com/rss/articles/CBMia0FVX3lxTE5rZUtBLUZlZGs4cUVsTnlaQ0ljM1FxbmlzYnc1RTByRmRiVWItRTBsc0xZSG1UYWFLczZ1UnRMcUpJMFdHZ25hamJaRmJnZGdjX1M1Wk1vV3VmNlN1Ni1tNEY2YXRvNWthYURj?oc=5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新能源汽车废旧动力电池回收困局：产能闲置、黑市分流，政策2026年落地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https://news.google.com/rss/articles/CBMiUkFVX3lxTE5GX09nNEhyNmdlUi1kVXlLTU5ZQ243RFlLV1dFeVlLcS1ZY1FpWDFvMjlEeEZUd1c2UjZGa0hmSDg3a2FXYndUd05ub3Z2eE1tRVE?oc=5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“电驱万物·融合共生”2026世界动力电池大会9月3日在宜宾启幕 - 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https://news.google.com/rss/articles/CBMicEFVX3lxTE9jbnJGNWIwUF8wM0dhT1BkbjlRTlFST2xTdzVBbS12eDd6U244RWgzM0lrazZCMHJoV0VVbEhxUVdZZkRLZTRfbmhsTkxOblBNTlYwODF2NkE3YVpkZGpzWWtRM1BvYkNpSjJLRzZFNEI?oc=5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厦钨新能(688778):兴业证券股份有限公司关于厦门厦钨新能源材料股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https://www.cfi.net.cn/p20260819001461.html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华盛锂电(688353):江苏华盛锂电材料股份有限公司关于公司2026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https://www.cfi.net.cn/p20260819001433.html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华盛锂电(688353):江苏华盛锂电材料股份有限公司关于公司2026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https://news.google.com/rss/articles/CBMiVkFVX3lxTFBLd0dmV1E5dEFHeUt6OHNMUkZaMjZMUVhPdUtyNlU5aTl1LWNPSjdRaTVkVUFzNFFRQWFWQjA5OXhSZlY1RlBqV09kLWJQdk83amV6Q2Rn?oc=5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【正极材料周报】容百科技磷酸铁锂即将大幅上量！宁德时代枧下窝锂矿仍处于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https://www.itdcw.com/news/dczk/0Q015H0H026.html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【正极材料周报】钛能化学/天赐材料扩产磷酸铁锂！湖南裕能/盛新锂能募资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https://www.itdcw.com/news/dczk/0QG5I362026.html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锂电产业链周记 | 海外首次成为储能电芯主战场 宁德时代获海外储能大单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https://www.jiemian.com/article/14924890.html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关于公开征求《锂离子电池正极材料前驱体单位产品能源消耗限额》等15项行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https://www.miit.gov.cn/zwgk/wjgs/art/2026/art_7ac0ab73c8a84530ab8fdda120d4a005.html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2026-08-20</dc:title>
  <dc:subject>LFP daily briefing</dc:subject>
  <dc:creator>lifepo4_brief</dc:creator>
  <cp:lastModifiedBy>lifepo4_brief</cp:lastModifiedBy>
  <cp:revision>1</cp:revision>
  <dcterms:created xsi:type="dcterms:W3CDTF">2026-08-20T01:20:09Z</dcterms:created>
  <dcterms:modified xsi:type="dcterms:W3CDTF">2026-08-20T01:20:09Z</dcterms:modified>
</cp:coreProperties>
</file>