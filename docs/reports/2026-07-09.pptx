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产能扩张与政策收紧并行”格局。贵州贵阳、毕节两地合计超160万吨/年磷酸铁锂项目推进，但行业周报指出项目“一边扩产一边叫停”，产能过剩风险加剧。技术端，多氟多发布大圆柱磷酸铁锂换电方案，实现同体积容量突破。政策端，工信部就动力电池拆解破碎安全要求征求意见，将提升行业合规成本。广期所碳酸锂期货引入境外交易者，有望增强价格发现功能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今日磷酸铁锂行业呈现“产能扩张与政策收紧并行”格局。贵州贵阳、毕节两地合计超160万吨/年磷酸铁锂项目推进，但行业周报指出项目“一边扩产一边叫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今日磷酸铁锂行业呈现“产能扩张与政策收紧并行”格局。贵州贵阳、毕节两地合计超160万吨/年磷酸铁锂项目推进，但行业周报指出项目“一边扩产一边叫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行业正经历产能高速扩张与结构性调整的阵痛期。贵州两个百万吨级项目（贵阳60万吨、毕节百万吨级）刷新进展，但行业周报明确提及“一边扩产一边叫停”，表明企业投资决策出现分化。多氟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[1][2][3][4][5]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多氟多发布两款大圆柱磷酸铁锂换电模组，实现同体积容量行业纪录突破，并采用通用化设计。万润新能源官网展示其LFP材料具备高容量、高压实、高能量密度特点。技术路线呈现两大方向：一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[3][6]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贵州贵阳拟建年产60万吨磷酸铁、60万吨磷酸铁锂项目；毕节百万吨级磷酸铁锂项目刷新进展。但行业周报指出，磷酸铁锂项目“一边扩产一边叫停”，钠电正极材料供应紧张态势将显现。产能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[2][1][5]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广期所碳酸锂期货自7月3日起引入境外交易者，有望提升市场流动性和价格发现效率。行业周报提及“正极供应紧张态势将进一步显现”，但未明确价格走势。产能过剩预期下，磷酸铁锂价格仍面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[5][1]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今日磷酸铁锂行业呈现“产能扩张与政策收紧并行”格局。贵州贵阳、毕节两地合计超160万吨/年磷酸铁锂项目推进，但行业周报指出项目“一边扩产一边叫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 1/3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正经历产能高速扩张与结构性调整的阵痛期。贵州两个百万吨级项目（贵阳60万吨、毕节百万吨级）刷新进展，但行业周报明确提及“一边扩产一边叫停”，表明企业投资决策出现分化。多氟多的大圆柱换电方案是技术亮点，但需关注其成本与规模化能力。政策层面，动力电池拆解安全标准征求意见，将影响电池设计、回收全链条。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依据：[1][2][3][4][5]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 2/3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碳酸锂期货国际化利于价格稳定，但短期对现货市场影响有限。 [1][2][3][4][5] 分析：贵州两大项目（贵阳60万吨、毕节百万吨级）的推进与行业周报中“一边扩产一边叫停”的描述形成鲜明对比，暗示行业产能过剩压力已从预期变为现实，部分企业可能因资金或订单不足而暂停项目。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依据：[1][2][3][4][5]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 3/3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氟多的技术突破（同体积容量击穿行业纪录）表明，在产能过剩背景下，技术差异化成为竞争关键。工信部动力电池拆解安全标准征求意见，将增加电池企业合规成本，但长期利好具备回收技术优势的企业。碳酸锂期货国际化有助于吸引境外资金，提升中国定价权，但需观察境外交易者参与度。 推测：未使用推测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依据：[1][2][3][4][5]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 1/3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氟多发布两款大圆柱磷酸铁锂换电模组，实现同体积容量行业纪录突破，并采用通用化设计。万润新能源官网展示其LFP材料具备高容量、高压实、高能量密度特点。技术路线呈现两大方向：一是通过电芯结构创新（大圆柱）提升系统能量密度，二是通过材料改性（高压实）提升单体性能。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 2/3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[3][6] 分析：多氟多的技术突破（同体积容量击穿行业纪录）是今日最值得关注的技术信号。大圆柱路线在特斯拉4680带动下成为行业热点，多氟多将其应用于换电场景，试图在商用车或运营车辆市场建立优势。万润新能源的材料参数（高容量、高压实）是行业通用追求，但缺乏具体数值对比，难以判断其领先程度。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 3/3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技术路线的分化（结构创新 vs 材料创新）意味着企业需在研发投入上做出选择。 推测：未使用推测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 1/3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州贵阳拟建年产60万吨磷酸铁、60万吨磷酸铁锂项目；毕节百万吨级磷酸铁锂项目刷新进展。但行业周报指出，磷酸铁锂项目“一边扩产一边叫停”，钠电正极材料供应紧张态势将显现。产能扩张与项目叫停并存，反映行业投资分化加剧。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依据：[2][1][5]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 2/3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[2][1][5] 分析：贵州两个项目合计产能巨大（贵阳120万吨/年磷酸铁+磷酸铁锂，毕节百万吨级），若全部投产将对市场供需产生重大影响。但行业周报明确提及“一边扩产一边叫停”，暗示部分项目可能因市场预期恶化或资金问题而暂停。这种矛盾信号表明，行业正从“跑马圈地”进入“优胜劣汰”阶段。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依据：[2][1][5]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 3/3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钠电正极材料供应紧张的消息，可能促使部分企业将磷酸铁锂产能转向钠电，需关注技术路线的转换成本。 推测：未使用推测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依据：[2][1][5]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 1/3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期所碳酸锂期货自7月3日起引入境外交易者，有望提升市场流动性和价格发现效率。行业周报提及“正极供应紧张态势将进一步显现”，但未明确价格走势。产能过剩预期下，磷酸铁锂价格仍面临下行压力，企业盈利空间受挤压。 [5][1] 分析：碳酸锂期货国际化是今日价格端最重要信号。境外交易者参与将增加市场深度，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依据：[5][1]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 2/3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助于平抑价格波动，但短期可能因投机资金涌入而加大波动。行业周报中“正极供应紧张”与“产能过剩”看似矛盾，实则反映结构性分化：高端产品（如高压实、高容量）可能供应偏紧，而低端产品过剩。企业盈利压力主要来自两方面：一是碳酸锂价格波动带来的库存管理风险，二是产能利用率不足导致的固定成本摊销。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依据：[5][1]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 3/3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推测：未使用推测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依据：[5][1]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 1/2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就《车用动力电池拆解破碎安全要求》等两项强制性国家标准征求意见，将规范电池回收环节的安全操作。云南省省长强调系统提升固废综合治理能力。三部门发布2026年首台（套）重大技术装备保险补偿政策，利好装备制造企业。 [4][7][8] 分析：动力电池拆解破碎安全标准是今日最直接的政策影响。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依据：[4][7][8]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 2/2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标准将强制要求电池回收企业具备特定安全设施和操作流程，增加行业准入门槛和合规成本。对于不具备回收能力的磷酸铁锂企业，可能需与专业回收公司合作，增加成本。云南省的固废治理表态，可能影响当地磷化工企业的环保投入。首台（套）保险补偿政策利好设备制造商，但需关注具体申报条件。 推测：未使用推测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依据：[4][7][8]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 1/2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氟多发布大圆柱换电方案，在技术路线上与宁德时代、比亚迪等形成差异化竞争。万润新能源官网展示LFP材料，但缺乏具体产品参数对比。行业周报提及宁德时代三元材料供应商冲刺创业板IPO，显示产业链资本活动活跃。 [3][6][5] 分析：多氟多选择大圆柱+换电的差异化路线，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依据：[3][6][5]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 2/2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开与头部企业在方形电池领域的直接竞争，但换电模式需要生态支持（换电站、标准统一），推广难度较大。万润新能源作为二线材料企业，其官网信息较为基础，未展示与一线企业的性能对比数据，竞争力有待验证。宁德时代供应商冲刺IPO，表明产业链资本化进程加速，可能为上游企业提供更多融资渠道。 推测：未使用推测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依据：[3][6][5]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 1/3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产能过剩加剧导致价格战，贵州两大项目若投产将严重冲击市场供需；动力电池拆解安全标准增加合规成本。机会：多氟多大圆柱换电方案若获市场认可，可能开辟新增长曲线；碳酸锂期货国际化利于企业套期保值。观察点：贵州项目实际建设进度与资金到位情况；多氟多换电方案的客户导入进展；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依据：[2][1][3][4][5]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 2/3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动力电池拆解标准正式稿的发布时间。 [2][1][3][4][5] 分析：今日信息中，风险与机会并存。最大的风险信号来自贵州两大项目与行业周报“一边扩产一边叫停”的矛盾，这可能导致市场对产能过剩的担忧加剧，进而引发股价或估值调整。最大的机会信号来自多氟多的技术突破，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依据：[2][1][3][4][5]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 3/3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但需验证其成本是否可控、客户是否买单。碳酸锂期货国际化是中性偏利好，但效果需时间检验。建议重点关注贵州项目的实际开工率，以及多氟多是否公布具体客户订单。 推测：未使用推测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依据：[2][1][3][4][5]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【正极材料周报】磷酸铁锂项目一边扩产一边叫停！富临精工持续加码前驱体项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https://www.itdcw.com/news/dczk/06291563622026.html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年产60万吨！贵州贵阳拟新建高压实磷酸铁锂项目_电池网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https://www.itdcw.com/news/focus/0F915AC2026.html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公开征求《车用动力电池拆解破碎安全要求》等两项强制性国家标准的意见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https://www.miit.gov.cn/gzcy/yjzj/art/2026/art_6ee188a6acf34735a568af7ebdc507b5.html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【正极材料周报】贵州毕节百万吨级磷酸铁锂项目刷新进展！宁德时代三元材料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https://www.itdcw.com/news/dczk/0F61564b2026.html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万润新能源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磷酸铁锂-湖北万润新能源科技股份有限公司_动力电池材料_消费电池材料_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https://www.hbwanrun.com/application_details/1.html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云南省省长王予波强调 系统提升固废综合治理能力水平_中华人民共和国生态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https://www.mee.gov.cn/ywdt/dfnews/202607/t20260708_1161158.shtml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三部门关于组织实施2026年首台（套）重大技术装备保险补偿政策的通知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http://www.miit.gov.cn/zwgk/zcwj/wjfb/tz/art/2026/art_fefca99ac5934ebd905b2232e417e317.html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https://www.yunengchem.com/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友山科技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友山科技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https://www.youshan-tech.com/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江西升华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江西升华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https://www.shenghuaxc.com/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https://www.easpring.com/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公众号：锂电材料工艺｜磷酸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公众号：锂电材料工艺｜磷酸铁成本管控实战：一个工厂管理者的降本全景复盘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https://mp.weixin.qq.com/s/8oXDBs6C-HcC_VCkF43EEw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公众号：锂电材料工艺｜磷酸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公众号：锂电材料工艺｜磷酸锰铁锂正极材料工艺技术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https://mp.weixin.qq.com/s/5pCAvHQp-hA9ydVKZ9jurA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公众号：锂电材料工艺｜富锂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公众号：锂电材料工艺｜富锂锰基正极材料工艺技术包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https://mp.weixin.qq.com/s/m6JU_4rujgl5La3mClYqBw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2026-07-09</dc:title>
  <dc:subject>LFP daily briefing</dc:subject>
  <dc:creator>lifepo4_brief</dc:creator>
  <cp:lastModifiedBy>lifepo4_brief</cp:lastModifiedBy>
  <cp:revision>1</cp:revision>
  <dcterms:created xsi:type="dcterms:W3CDTF">2026-07-09T04:43:58Z</dcterms:created>
  <dcterms:modified xsi:type="dcterms:W3CDTF">2026-07-09T04:43:58Z</dcterms:modified>
</cp:coreProperties>
</file>