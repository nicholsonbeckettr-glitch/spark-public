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今日磷酸铁锂行业聚焦高压实密度技术突破与动力电池回收政策转向。高压实磷酸铁锂制备工艺向2.55 g/cm³以上演进，成为正极材料企业竞争焦点。同时，动力电池“梯次利用”政策谢幕，回收赛道格局生变，将重塑行业价值链。新疆3GWh圆柱电池项目开工，显示区域产能扩张持续。政策端，2026年新国标与电池质保细则成为市场关注热点，影响消费者选择与车企策略。</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今日磷酸铁锂行业聚焦高压实密度技术突破与动力电池回收政策转向。高压实磷酸铁锂制备工艺向2.55 g/cm³以上演进，成为正极材料企业竞争焦点。</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今日磷酸铁锂行业聚焦高压实密度技术突破与动力电池回收政策转向。高压实磷酸铁锂制备工艺向2.55 g/cm³以上演进，成为正极材料企业竞争焦点。</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高压实磷酸铁锂技术成为核心竞争点，压实密度向2.55 g/cm³以上迈进，制备工艺贯穿前驱体环节，是材料企业差异化关键。动力电池回收政策重大转向，“梯次利用”模式谢幕，直接冲</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877824"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高压实磷酸铁锂制备技术成为焦点，压实密度从早期2.35 g/cm³向2.55 g/cm³以上演进，制备工艺需贯穿前驱体环节，是系统性工程。这标志着行业技术竞争从单纯容量比拼转</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新疆3GWh三元+磷酸铁锂圆柱电池项目正式开工，显示磷酸铁锂在圆柱电池领域的应用拓展和区域产能扩张。西南证券下调新洋丰目标价至17.55元并给予买入评级，反映市场对磷化工企业</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[4][3][5]</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2194560"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高压实磷酸铁锂技术成为企业构建成本与性能优势的关键，可能加剧行业分化。动力电池回收政策转向，直接影响回收企业的盈利模式，梯次利用业务面临资产减值风险，而直接再生利用路线盈利预</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[1][2][6]</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今日磷酸铁锂行业聚焦高压实密度技术突破与动力电池回收政策转向。高压实磷酸铁锂制备工艺向2.55 g/cm³以上演进，成为正极材料企业竞争焦点。</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高压实磷酸铁锂技术成为核心竞争点，压实密度向2.55 g/cm³以上迈进，制备工艺贯穿前驱体环节，是材料企业差异化关键。动力电池回收政策重大转向，“梯次利用”模式谢幕，直接冲击现有回收产业链布局，利好直接再生利用技术路线。新疆3GWh圆柱电池项目开工，显示磷酸铁锂在储能与动力领域需求持续扩张。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技术文章（来源1）详细解析了六大核心工艺路径，指出压实密度提升是系统性工程，这解释了为何头部企业能形成成本与性能优势，可能加速行业洗牌。同时，新浪财经报道的“梯次利用”谢幕（来源5、6）是重大政策信号，意味着早期退役电池将更多直接进入破碎再生环节，对拥有湿法冶金或直接再生技术的企业构成利好，而依赖梯次利用商业模式的企业需转型。新疆项目（来源10、11）则从需求侧印证了市场扩容趋势。三者结合，指向技术、政策与需求三重驱动下的行业结构</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若高压实密度（≥2.55 g/cm³）磷酸铁锂量产规模持续扩大，则可能进一步拉大与低端产品的价差，促使二三线企业加速工艺升级或退出市场，跟踪指标为头部企业高压实产品出货占比及专利布局。若“梯次利用”政策全面收紧，则可能引发回收企业资产减值，并推动资本向直接再生技术倾斜，跟踪指标为相关回收企业业务调整公告及再生材料成本曲线。</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高压实磷酸铁锂技术成为核心</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动力电池回收政策重大转向，</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新疆3GWh圆柱电池项目开</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高压实磷酸铁锂技术成为核心</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若高压实密度（≥2.55 g/cm³）磷酸铁锂量产规模持续扩大，则可能进一步拉大与低端产品的价差，促使二三线企业加速工艺升级或退出市场，跟踪指标为头部</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高压实磷酸铁锂制备技术成为焦点，压实密度从早期2.35 g/cm³向2.55 g/cm³以上演进，制备工艺需贯穿前驱体环节，是系统性工程。这标志着行业技术竞争从单纯容量比拼转向对材料微观结构和加工工艺的深度优化。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1的深度解析文章详细阐述了高压实磷酸铁锂的六大核心工艺路径，明确指出其制备“绝非依赖单一绝招”，而是从前驱体到烧结的全流程管控。这解释了为何头部企业能率先实现量产并保持性能优势。该技术趋势将直接影响电芯能量密度和成本，对下游储能和动力电池应用至关重要。当前信息主要基于工艺原理分析，缺乏具体企业的量产进度和良率数据，这是验证技术成熟度的关键缺口。</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若高压实密度技术（≥2.55 g/cm³）在头部企业实现规模化稳定量产，则可能推动下一代高能量密度磷酸铁锂电池的产业化进程，并加剧对传统中低端正极材料的替代。后续需跟踪头部正极材料厂商（如湖南裕能、德方纳米）的高压实产品出货数据及专利公开情况，以验证技术扩散速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高压实磷酸铁锂制备技术成为</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这标志着行业技术竞争从单纯</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 来源1的深度解析文</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高压实磷酸铁锂制备技术成为</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若高压实密度技术（≥2.55 g/cm³）在头部企业实现规模化稳定量产，则可能推动下一代高能量密度磷酸铁锂电池的产业化进程，并加剧对传统中低端正极材料</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新疆3GWh三元+磷酸铁锂圆柱电池项目正式开工，显示磷酸铁锂在圆柱电池领域的应用拓展和区域产能扩张。西南证券下调新洋丰目标价至17.55元并给予买入评级，反映市场对磷化工企业向磷酸铁锂产业链延伸的关注。 [4][3][5]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依据：[4][3][5]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10和11报道的新疆3GWh项目开工，是磷酸铁锂需求扩张的直接信号，特别是圆柱电池形态，可能瞄准储能或高端电动工具市场。该项目结合三元与磷酸铁锂，显示企业多技术路线布局策略。西南证券对新洋丰的评级（来源12）则从资本市场角度，反映了对磷化工龙头凭借资源与成本优势切入磷酸铁锂赛道的预期。两者结合，表明产业链上下游均在扩产和布局，行业竞争将更趋激烈。目前缺乏该项目具体的投产时间表、客户意向及新洋丰磷酸铁锂业务的具体盈利预测。</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新疆3GWh项目按计划投产并顺利获得订单，则可能带动当地锂电产业链配套建设，并验证磷酸铁锂在圆柱电池领域的经济性。若新洋丰等磷化工企业的磷酸铁锂业务盈利能力得到验证，则可能吸引更多上游资源型企业跨界进入，加剧正极材料环节竞争。跟踪指标为项目投产进度、新洋丰磷酸铁锂业务毛利率及产能利用率。</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新疆3GWh三元+磷酸铁锂</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西南证券下调新洋丰目标价至</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[4][3][5] 来源1</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新疆3GWh三元+磷酸铁锂</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若新疆3GWh项目按计划投产并顺利获得订单，则可能带动当地锂电产业链配套建设，并验证磷酸铁锂在圆柱电池领域的经济性</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高压实磷酸铁锂技术成为企业构建成本与性能优势的关键，可能加剧行业分化。动力电池回收政策转向，直接影响回收企业的盈利模式，梯次利用业务面临资产减值风险，而直接再生利用路线盈利预期增强。 [1][2][6]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1指出高压实技术是系统性工程，意味着技术领先企业能获得更高产品溢价和更低单位成本，从而在价格战中保持盈利，而技术落后企业则面临更大压力。来源5和6报道的“梯次利用”谢幕，直接冲击了依赖该模式获取收入的回收企业，其库存和产线可能面临减值，而专注于直接拆解再生的企业则可能因原料供应增加而降低采购成本。这两方面因素共同作用，将重塑行业盈利格局。当前缺乏具体企业的成本数据对比和回收企业减值公告，无法量化影响幅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溢价持续存在，则可能进一步压缩中低端产品价格空间，导致行业平均售价和毛利率承压，加速落后产能出清。若“梯次利用”政策全面落地执行，则可能引发相关上市公司发布资产减值预告，并推动回收行业并购整合。跟踪指标为行业月度均价、头部企业毛利率变化及回收企业财报。</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高压实磷酸铁锂技术成为企业</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动力电池回收政策转向，直接</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[1][2][6] 来源1</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高压实磷酸铁锂技术成为企业</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若高压实产品溢价持续存在，则可能进一步压缩中低端产品价格空间，导致行业平均售价和毛利率承压，加速落后产能出清</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动力电池回收“梯次利用”政策谢幕，是今日最重大的政策变化，将重塑回收赛道格局。同时，2026年新国标成为电池安全选车的关键，影响车企产品策略。山东东营开展车网互动价格机制试点，为电池资产化运营提供新思路。 [2][6][7][8]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依据：[2][6][7][8]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5和6的报道明确指出“梯次利用”谢幕，这标志着政策导向从“先梯次后再生”转向“直接再生”，对行业影响深远。来源3和4的报道将2026年新国标与电池安全、质保政策挂钩，显示合规要求正成为消费者购车的重要考量，倒逼车企提升电池安全标准。来源7的山东试点则从需求侧探索电池作为分布式储能的商业价值，可能延长电池服役周期，与回收政策形成对冲。这些政策信号交织，要求企业同时关注回收技术、产品安全和新型商业模式。目前缺乏新国标具体技术指标和车网互</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梯次利用”政策正式废止，则可能引发市场对相关企业存货减值的担忧，并促使资本从梯次利用设备商流向直接再生技术提供商。若2026年新国标强制实施，则可能提高行业准入门槛，淘汰部分安全技术不达标的中小电芯厂。跟踪指标为政策正式文件发布、相关企业公告及新国标执行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动力电池回收“梯次利用”政策谢幕，</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同时，2026年新国标成为电池安全</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山东东营开展车网互动价格机制试点，</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若“梯次利用”政策正式废止，则可能引发市场对相关企业存货减值的担忧，并促使资本从梯次利用设备商流向直接再生技术提供商</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行业竞争呈现多维化：高压实技术竞赛加剧材料企业分化；新疆新项目显示区域新势力入场；新洋丰等磷化工巨头凭借资源成本优势向下游延伸；动力电池回收政策变化则催生新的竞争赛道。 [1][3][5][6]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依据：[1][3][5][6]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来源1的技术文章揭示了高压实技术是当前材料端竞争的核心壁垒，拥有技术优势的企业（如头部正极厂）将扩大领先。来源10和11的新疆项目代表新进入者，其选择圆柱路线和三元+铁锂组合，意在差异化竞争。来源12的新洋丰评级报告则显示，具有上游磷矿资源的企业正试图通过一体化成本优势切入市场。来源5和6的回收政策变化，则可能催生新的回收巨头。这些竞争动态表明，行业竞争已从单一的产品竞争转向技术、资源、资本和政策的综合较量。目前缺乏各竞争主体的市场份额</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技术持续领先的企业（如湖南裕能）能保持良率优势，则可能进一步挤压二线企业生存空间，行业集中度有望提升。若新洋丰等资源型企业一体化项目达产，则可能改变正极材料成本曲线，对现有专业正极厂构成威胁。跟踪指标为各企业高压实产品出货量、新洋丰磷酸铁锂项目投产进度及回收企业技术路线选择。</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行业竞争呈现多维化：高压实</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新疆新项目显示区域新势力入场</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新洋丰等磷化工巨头凭借资源</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行业竞争呈现多维化：高压实</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若高压实技术持续领先的企业（如湖南裕能）能保持良率优势，则可能进一步挤压二线企业生存空间，行业集中度有望提升</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6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在于高压实技术带来的产品升级红利和回收政策转向催生的直接再生技术投资机遇。风险在于技术迭代不及预期、新项目产能过剩以及政策执行力度不确定。需重点观察头部企业高压实产品量产数据、回收企业转型动态及新国标落地细节。 [1][6][3][5][7][8]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依据：[1][6][3][5][7][8]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综合今日信息，高压实技术（来源1）是明确的产业升级方向，但工艺复杂度和良率是主要风险点。回收政策转向（来源5、6）创造了直接再生技术的结构性机会，但可能引发短期市场混乱和资产减值风险。新疆项目（来源10、11）和新洋丰扩产（来源12）代表供给端持续扩张，需警惕未来产能过剩风险。此外，新国标（来源3、4）和车网互动（来源7）等政策细节将影响终端需求和电池全生命周期价值。当前主要不确定性在于技术商业化速度和政策执行细则。</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良率在2026年下半年未达预期，则可能延缓技术替代进程，利好现有中低端产品维持份额。若回收新政策导致梯次利用企业大规模减值，则可能引发短期市场恐慌，但为具备技术和资金优势的再生企业创造并购机会。若新国标对电池安全提出更高要求，则可能增加电芯企业研发成本，并加速行业优胜劣汰。跟踪指标为相关企业季度财报、技术公告及政策实施细则。</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机会在于高压实技术带来的产</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风险在于技术迭代不及预期、</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需重点观察头部企业高压实产</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机会在于高压实技术带来的产</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若高压实产品良率在2026年下半年未达预期，则可能延缓技术替代进程，利好现有中低端产品维持份额</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高压实磷酸铁锂制备的六大核心工艺路径(深度解析)</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_T9akJK5yMyK8t66v6OOGFfTwZFJYm7QVqXa8Fplpd9V5xyYzaM_krRyQPnjGNi0vTJhLWQeLu8B9N14I4J7gnm4POQbO5_Ehh26o6vmX5A_Jyc3JogKatdekWzIkWrmlgpfxx2yAx05soNRqpV7ic9J65yS4r4I-J_p_g7D6r4UU6U64_Pi51zb8gP_peubk5kuS3pHTS6VNGtrfIv_eXvzHZXxeLdyg..&amp;type=2&amp;query=%E9%93%81%E9%94%82 %E9%AB%98%E5%8E%8B%E5%AE%9E %E6%AD%A3%E6%9E%81%E6%9D%90%E6%96%99 %E9%87%8F%E4%BA%A7&amp;token=84435AB3B4E387266D6B34ADA9E0D0AC6D2F0F3C6A8B9C07</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“梯次利用”谢幕！动力电池回收赛道格局生变 - 新浪财经</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https://news.google.com/rss/articles/CBMibkFVX3lxTE9HNllLbTdVdFlxUTVOM2xRWkt0TVhEMTlzWHA2UGFKZjlKX1VtdmRVUW9tRDFCWVlFaS1QSTl0S0w0bzRXQVo5Qzh0Y2FoZVhaaXpSQzJWYjFaUTRNN3gzQ0VzVldhMXBNeFMtNWF3?oc=5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3GWh！新疆三元+磷酸铁锂圆柱电池项目开工</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https://news.smm.cn/news/104074118</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3GWh！新疆三元+磷酸铁锂圆柱电池项目开工 - 上海有色金属</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https://news.google.com/rss/articles/CBMiSkFVX3lxTE1UdVhVTG9tTW9uSU5vSWdYSnY2UWZ6bF9feHZlYldkRjFIVzNYVVJRVjhQbFdiQjhjRVZTVGllSW1CM2plQkIzUjhR?oc=5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西南证券：下调新洋丰目标价至17.55元，给予买入评级</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http://stock.10jqka.com.cn/20260823/c679198513.shtml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“梯次利用”谢幕！动力电池回收赛道格局生变</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https://cj.sina.cn/articles/view/1905628462/7195952e01901qfla</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电池安全的高端车怎么选？2026年新国标+兜底政策成关键+FAQ</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https://cj.sina.cn/articles/view/7879996055/1d5af329706801fhos?froms=ggmp&amp;vt=4</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开电车还能“卖电”赚钱？山东在东营率先开展车网互动价格机制试点</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https://www.qlwb.com.cn/detail/28014231.html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【正极材料周报】钛能化学/天赐材料扩产磷酸铁锂！湖南裕能/盛新锂能募资</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https://www.itdcw.com/news/dczk/0QG5I362026.html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本周碳酸锂降价约6500元/吨 磷酸铁锂价格走低_电池网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https://www.itdcw.com/news/focus/03221544952026.html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关于公开征求《锂离子电池正极材料前驱体单位产品能源消耗限额》等15项行</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https://www.miit.gov.cn/zwgk/wjgs/art/2026/art_7ac0ab73c8a84530ab8fdda120d4a005.html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2026-08-24</dc:title>
  <dc:subject>LFP daily briefing</dc:subject>
  <dc:creator>lifepo4_brief</dc:creator>
  <cp:lastModifiedBy>lifepo4_brief</cp:lastModifiedBy>
  <cp:revision>1</cp:revision>
  <dcterms:created xsi:type="dcterms:W3CDTF">2026-08-24T01:20:04Z</dcterms:created>
  <dcterms:modified xsi:type="dcterms:W3CDTF">2026-08-24T01:20:04Z</dcterms:modified>
</cp:coreProperties>
</file>