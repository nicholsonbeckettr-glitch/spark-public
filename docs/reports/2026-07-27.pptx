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技术突破与政策压力并存的格局。二次烧结高压实正极材料技术取得进展，有望提升电芯能量密度；同时，锂电消费税恢复政策引发成本担忧，而电池回收新政实施百日效果待考。二代刀片电池上市进一步巩固磷酸铁锂在动力电池领域的优势地位。行业需关注高压实材料量产进度、消费税影响传导以及回收体系完善情况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今日磷酸铁锂行业呈现技术突破与政策压力并存的格局。二次烧结高压实正极材料技术取得进展，有望提升电芯能量密度；同时，锂电消费税恢复政策引发成本担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今日磷酸铁锂行业呈现技术突破与政策压力并存的格局。二次烧结高压实正极材料技术取得进展，有望提升电芯能量密度；同时，锂电消费税恢复政策引发成本担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二次烧结高压实磷酸铁锂正极材料技术取得突破，成本可控且适配量产，有望提升电芯能量密度；锂电消费税恢复政策落地，可能增加电池生产成本，对行业盈利形成压力；二代刀片电池上市进一步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二次烧结高压实磷酸铁锂正极材料技术取得突破，通过分步制备工艺实现成本可控和量产适配，有望提升电芯能量密度。二代刀片电池上市进一步巩固磷酸铁锂在动力电池领域的优势地位。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[1][3]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磷酸铁锂电池循环基地项目正式签约落地黄冈高新区，显示行业产能扩张仍在继续。全球动力电池市场格局中，中国企业占据7成份额，宁德时代连续9年位居榜首。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[5][6][7]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锂电消费税恢复政策落地，可能增加电池生产成本，对行业盈利形成压力。同时，电池回收新政实施百日，行业面临堵疏平衡挑战，可能影响回收企业盈利。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[2][4]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今日磷酸铁锂行业呈现技术突破与政策压力并存的格局。二次烧结高压实正极材料技术取得进展，有望提升电芯能量密度；同时，锂电消费税恢复政策引发成本担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烧结高压实磷酸铁锂正极材料技术取得突破，成本可控且适配量产，有望提升电芯能量密度；锂电消费税恢复政策落地，可能增加电池生产成本，对行业盈利形成压力；二代刀片电池上市进一步强化磷酸铁锂在动力电池领域的优势地位；电池回收新政实施百日，行业面临堵疏平衡挑战。 [1][2][3][4]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烧结工艺制备高压实磷酸铁锂正极材料的技术突破，直接回应了行业对高能量密度、低成本正极材料的迫切需求。该技术通过分步制备工艺，实现了成本可控和量产适配，若成功产业化，将显著提升磷酸铁锂电池的能量密度，缩小与三元电池的差距。同时，锂电消费税恢复政策（来源：新浪财经）可能增加电池生产成本，对下游整车厂和电池企业的盈利空间形成挤压。二代刀片电池上市（来源：汽车之家）则进一步巩固了磷酸铁锂在动力电池领域的市场地位。电池回收新政实施百日（来源：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二次烧结高压实正极材料实现规模化量产，则磷酸铁锂电池能量密度有望提升5-10%，进一步缩小与三元电池差距，加速在高端乘用车市场的渗透。若锂电消费税全面征收，则电池成本可能增加3-5%，需跟踪下游整车厂成本转嫁能力和终端消费者接受度。若电池回收新政执行效果不佳，则可能引发环保合规风险，需关注后续配套细则出台情况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铁锂电池能量密度有望提升5-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公开信息：电池回收新政实施百日（来源： 若二次烧结高压实正极材料实现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772400" y="2926080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3035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59952" y="3099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则电池成本可能增加3-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918704" y="351129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公开信息：若锂电消费税全面征收，则电池成本可能增加3-5%，需跟踪下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若二次烧结高压实正极材料实现规模化量产，则磷酸铁锂电池能量密度有望提升5-10%，进一步缩小与三元电池差距，加速在高端乘用车市场的渗透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二次烧结高压实磷酸铁锂正极材料技术取得突破，通过分步制备工艺实现成本可控和量产适配，有望提升电芯能量密度。二代刀片电池上市进一步巩固磷酸铁锂在动力电池领域的优势地位。 [1][3]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烧结工艺制备高压实磷酸铁锂正极材料的技术突破（来源：微信公众号），通过一次烧结制备前驱体、二次烧结优化晶体结构，实现了高压实密度和成本可控。该技术若成功产业化，将直接提升磷酸铁锂电池的能量密度，对现有正极材料供应商形成技术迭代压力。同时，二代刀片电池上市（来源：汽车之家）进一步强化了磷酸铁锂在动力电池领域的优势地位，可能加速对三元电池的替代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二次烧结高压实正极材料实现规模化量产，则磷酸铁锂电池能量密度有望提升5-10%，进一步缩小与三元电池差距，加速在高端乘用车市场的渗透。需跟踪该技术的量产进度、成本优势以及下游电池厂的验证结果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铁锂电池能量密度有望提升5-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公开信息：若二次烧结高压实正极材料实现规模化量产，则磷酸铁锂电池能量密度有望提升5-10%，进一步缩小与三元电池差距，加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若二次烧结高压实正极材料实现规模化量产，则磷酸铁锂电池能量密度有望提升5-10%，进一步缩小与三元电池差距，加速在高端乘用车市场的渗透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磷酸铁锂电池循环基地项目正式签约落地黄冈高新区，显示行业产能扩张仍在继续。全球动力电池市场格局中，中国企业占据7成份额，宁德时代连续9年位居榜首。 [5][6][7]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依据：[5][6][7]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电池循环基地项目落地黄冈高新区（来源：碳索储能网、solarbe），表明行业产能扩张仍在继续，尤其是在循环利用领域。该项目可能涉及电池回收和梯次利用，有助于完善产业链闭环。同时，2025年全球动力电池“成绩单”显示中国企业占7成份额，宁德时代连续9年夺冠（来源：汽车之家），表明中国企业在全球动力电池市场的主导地位稳固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若黄冈循环基地项目顺利投产，则有望提升磷酸铁锂电池回收处理能力，缓解原材料供应压力。需跟踪项目投资规模、产能规划以及下游客户签约情况。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磷酸铁锂电池循环基地项目正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全球动力电池市场格局中，中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[5][6][7] 磷酸铁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磷酸铁锂电池循环基地项目正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若黄冈循环基地项目顺利投产，则有望提升磷酸铁锂电池回收处理能力，缓解原材料供应压力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锂电消费税恢复政策落地，可能增加电池生产成本，对行业盈利形成压力。同时，电池回收新政实施百日，行业面临堵疏平衡挑战，可能影响回收企业盈利。 [2][4]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消费税恢复政策（来源：新浪财经）可能增加电池生产成本，对下游整车厂和电池企业的盈利空间形成挤压。该政策若全面实施，将直接推高电池制造成本，可能通过产业链传导至终端消费者。同时，电池回收新政实施百日（来源：新浪财经），行业面临堵疏平衡挑战，回收企业可能面临合规成本上升和盈利压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若锂电消费税全面征收，则电池成本可能增加3-5%，需跟踪下游整车厂成本转嫁能力和终端消费者接受度。若电池回收新政执行效果不佳，则可能引发环保合规风险，需关注后续配套细则出台情况。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则电池成本可能增加3-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公开信息：若锂电消费税全面征收，则电池成本可能增加3-5%，需跟踪下游整车厂成本转嫁能力和终端消费者接受度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若锂电消费税全面征收，则电池成本可能增加3-5%，需跟踪下游整车厂成本转嫁能力和终端消费者接受度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锂电消费税恢复政策落地，可能增加电池生产成本。电池回收新政实施百日，行业面临堵疏平衡挑战。大规模钠离子储能系统市场报告发布，可能对磷酸铁锂储能市场形成竞争。 [2][4][8]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依据：[2][4][8]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消费税恢复政策（来源：新浪财经）和电池回收新政（来源：新浪财经）是当前行业面临的主要政策风险。前者可能增加生产成本，后者则考验行业合规能力。同时，大规模钠离子储能系统市场规模报告（来源：gminsights）显示，钠离子电池在储能领域可能对磷酸铁锂形成竞争，需关注其技术进展和成本下降速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锂电消费税全面征收，则电池成本可能增加3-5%，需跟踪下游整车厂成本转嫁能力和终端消费者接受度。若钠离子电池成本快速下降，则可能在储能领域对磷酸铁锂形成替代威胁，需关注其量产进度和成本数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锂电消费税恢复政策落地，可能增加电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电池回收新政实施百日，行业面临堵疏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大规模钠离子储能系统市场报告发布，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若锂电消费税全面征收，则电池成本可能增加3-5%，需跟踪下游整车厂成本转嫁能力和终端消费者接受度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二代刀片电池上市进一步巩固磷酸铁锂在动力电池领域的优势地位。固态电池产业链本周获得资金重点关注，可能对现有液态锂电池技术形成长期竞争。 [3][9]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依据：[3][9]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代刀片电池上市（来源：汽车之家）进一步强化了磷酸铁锂在动力电池领域的优势地位，可能加速对三元电池的替代。同时，固态电池产业链本周获得资金重点关注（来源：网易），表明市场对下一代电池技术的关注度提升。固态电池若实现产业化，将对现有液态锂电池技术形成长期竞争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若固态电池技术取得突破性进展，则可能对现有磷酸铁锂电池市场形成冲击，需跟踪其能量密度、成本、安全性等关键指标。若二代刀片电池销量超预期，则将进一步巩固磷酸铁锂在动力电池领域的市场地位。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二代刀片电池上市进一步巩固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固态电池产业链本周获得资金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[3][9] 二代刀片电池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二代刀片电池上市进一步巩固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若固态电池技术取得突破性进展，则可能对现有磷酸铁锂电池市场形成冲击，需跟踪其能量密度、成本、安全性等关键指标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锂电消费税恢复增加成本压力，电池回收新政执行效果待考。机会：二次烧结高压实正极材料技术突破提升能量密度，二代刀片电池巩固市场地位。观察：钠离子电池在储能领域的竞争，固态电池产业化进展。 [2][4][8][9][1][3]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依据：[2][4][8][9][1][3]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信息显示，行业面临政策风险和技术竞争的双重挑战。锂电消费税恢复（来源：新浪财经）和电池回收新政（来源：新浪财经）是短期风险，而钠离子电池（来源：gminsights）和固态电池（来源：网易）是长期竞争。机会在于二次烧结高压实正极材料技术突破（来源：微信公众号）和二代刀片电池上市（来源：汽车之家），有望提升磷酸铁锂电池竞争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锂电消费税全面征收，则电池成本可能增加3-5%，需跟踪下游整车厂成本转嫁能力和终端消费者接受度。若钠离子电池成本快速下降，则可能在储能领域对磷酸铁锂形成替代威胁，需关注其量产进度和成本数据。若固态电池技术取得突破性进展，则可能对现有磷酸铁锂电池市场形成冲击，需跟踪其能量密度、成本、安全性等关键指标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则电池成本可能增加3-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公开信息：若锂电消费税全面征收，则电池成本可能增加3-5%，需跟踪下游整车厂成本转嫁能力和终端消费者接受度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若锂电消费税全面征收，则电池成本可能增加3-5%，需跟踪下游整车厂成本转嫁能力和终端消费者接受度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二次烧结工艺打造高压实密度磷酸铁锂正极材料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4vp-QJYzNUos0Xteit_DZbbKkIaY1oG61qXa8Fplpd9nDX6tl2_7rxTCm1ZtWFK5nAFQDLu4rf3htWrNOwk-PCwZSISdnHNuRbFxT-CDnFAxFH8t9iPUUUVLQKJ_fLUk0D03if4Hla772AC5lS9Nlhl5XWrDX93dGCcNyndx4i8lI2hiMWep42847KYNRpBSCwPjrdbsxfh3Ab6JigqqvDzAjcIGepUqA..&amp;type=2&amp;query=%E9%93%81%E9%94%82 %E9%AB%98%E5%8E%8B%E5%AE%9E %E6%AD%A3%E6%9E%81%E6%9D%90%E6%96%99 %E9%87%8F%E4%BA%A7&amp;token=B34F61299053D760737224FA5C7CB1C37480351E6A66BCEA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锂电消费税恢复，新能源基本盘“被偷家”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https://k.sina.com.cn/article_6182460553_17080dc8900103c0lc.html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二代刀片电池上市后，磷酸铁锂和三元锂电池胜负已分！ - 汽车之家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https://news.google.com/rss/articles/CBMiXkFVX3lxTFBXTjdZTXV2dGVRRXlpQXpSQzRhMDltcG9YU0pObDFaX2toMVpxZ1RoMHEyaVJGS0tiYUxYNm01enZpbVM5TWZzRFhQV0RwZ3dOc0p5Vzh5Ym1La2w0SUE?oc=5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电池回收新政100天：堵和疏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https://k.sina.com.cn/article_5953740931_162dee08306703q9cu.html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正式签约！磷酸铁锂电池循环基地项目落地黄冈高新区 - 碳索储能网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https://news.google.com/rss/articles/CBMiX0FVX3lxTFA3NXI3YXpWVGZhX3hJMWdpeDNoazhQTDJfS2tmaC1jMU1OT2t0SVlzNjdkTUU5Mmh3SHNMVld2V25IdzVLWXctbHRwOVAzUjN2WHk0MjdhaXUxZ0dfNmI0?oc=5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正式签约！磷酸铁锂电池循环基地项目落地黄冈高新区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https://cn.solarbe.com/news/20260726/50026436.html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2025年全球动力电池“成绩单”出炉：中企占7成，宁德9连冠 - 汽车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https://news.google.com/rss/articles/CBMiW0FVX3lxTE5GemhYZngtYzJpaU10bXdXV21nNlM0ZXdrOXlMcDNNNHF2ZTVRT1BGLVdURlNsRm1ENDlfbjFiNFZKaUswMks1UUZRZUpOR1pVSzNyWmhUU0tPTEk?oc=5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2035年大规模钠离子储能系统市场规模报告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https://www.gminsights.com/zh/industry-analysis/utility-scale-sodium-ion-energy-storage-systems-market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元鼎证券投研纪实｜产业化进程持续提速，固态电池产业链本周迎来资金重点关注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https://www.163.com/dy/article/L2P6DCBM0556J0TY.html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【正极材料周报】湖南裕能斥资240亿元扩产！正极材料公司中报预告密集出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https://www.itdcw.com/news/dczk/0H015CU2026.html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本周碳酸锂降价约6500元/吨 磷酸铁锂价格走低_电池网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https://www.itdcw.com/news/focus/03221544952026.html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能源早报｜宁德时代587Ah储能大电芯已规模化交付；晨丰科技拟投11.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https://www.jiemian.com/article/14828472.html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三部门关于做好科技型企业孵化器相关政策衔接工作的通知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http://www.miit.gov.cn/zwgk/zcwj/wjfb/tz/art/2026/art_21446a8c153f4fae86121552fe1e9fd4.html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第五届通信海缆保护政策宣传周活动正式启动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https://www.miit.gov.cn/xwfb/gxdt/sjdt/art/2026/art_fb47488a00ee428bb3840cf4771fdb1d.html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2026-07-27</dc:title>
  <dc:subject>LFP daily briefing</dc:subject>
  <dc:creator>lifepo4_brief</dc:creator>
  <cp:lastModifiedBy>lifepo4_brief</cp:lastModifiedBy>
  <cp:revision>1</cp:revision>
  <dcterms:created xsi:type="dcterms:W3CDTF">2026-07-27T02:06:32Z</dcterms:created>
  <dcterms:modified xsi:type="dcterms:W3CDTF">2026-07-27T02:06:32Z</dcterms:modified>
</cp:coreProperties>
</file>